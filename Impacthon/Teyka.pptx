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TT Norms Bold" charset="1" panose="02000803030000020004"/>
      <p:regular r:id="rId25"/>
    </p:embeddedFont>
    <p:embeddedFont>
      <p:font typeface="TT Fors" charset="1" panose="020B0003030001020000"/>
      <p:regular r:id="rId26"/>
    </p:embeddedFont>
    <p:embeddedFont>
      <p:font typeface="Open Sans Bold" charset="1" panose="020B0806030504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33.png" Type="http://schemas.openxmlformats.org/officeDocument/2006/relationships/image"/><Relationship Id="rId7" Target="../media/image13.png" Type="http://schemas.openxmlformats.org/officeDocument/2006/relationships/image"/><Relationship Id="rId8" Target="../media/image3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40150" y="0"/>
            <a:ext cx="6147468" cy="10977621"/>
            <a:chOff x="0" y="0"/>
            <a:chExt cx="8196624" cy="14636828"/>
          </a:xfrm>
        </p:grpSpPr>
        <p:grpSp>
          <p:nvGrpSpPr>
            <p:cNvPr name="Group 3" id="3"/>
            <p:cNvGrpSpPr>
              <a:grpSpLocks noChangeAspect="true"/>
            </p:cNvGrpSpPr>
            <p:nvPr/>
          </p:nvGrpSpPr>
          <p:grpSpPr>
            <a:xfrm rot="0">
              <a:off x="1262864" y="965568"/>
              <a:ext cx="5614443" cy="11228885"/>
              <a:chOff x="0" y="0"/>
              <a:chExt cx="3175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175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3175000">
                    <a:moveTo>
                      <a:pt x="2667000" y="6350000"/>
                    </a:moveTo>
                    <a:lnTo>
                      <a:pt x="508000" y="6350000"/>
                    </a:lnTo>
                    <a:cubicBezTo>
                      <a:pt x="227330" y="6350000"/>
                      <a:pt x="0" y="6122670"/>
                      <a:pt x="0" y="5842000"/>
                    </a:cubicBezTo>
                    <a:lnTo>
                      <a:pt x="0" y="508000"/>
                    </a:lnTo>
                    <a:cubicBezTo>
                      <a:pt x="0" y="227330"/>
                      <a:pt x="227330" y="0"/>
                      <a:pt x="508000" y="0"/>
                    </a:cubicBezTo>
                    <a:lnTo>
                      <a:pt x="2667000" y="0"/>
                    </a:lnTo>
                    <a:cubicBezTo>
                      <a:pt x="2947670" y="0"/>
                      <a:pt x="3175000" y="227330"/>
                      <a:pt x="3175000" y="508000"/>
                    </a:cubicBezTo>
                    <a:lnTo>
                      <a:pt x="3175000" y="5842000"/>
                    </a:lnTo>
                    <a:cubicBezTo>
                      <a:pt x="3175000" y="6122670"/>
                      <a:pt x="2947670" y="6350000"/>
                      <a:pt x="2667000" y="635000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131293" t="0" r="-134839" b="0"/>
                </a:stretch>
              </a:blipFill>
            </p:spPr>
          </p:sp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175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3175000">
                    <a:moveTo>
                      <a:pt x="2667000" y="19050"/>
                    </a:moveTo>
                    <a:cubicBezTo>
                      <a:pt x="2936240" y="19050"/>
                      <a:pt x="3155950" y="238760"/>
                      <a:pt x="3155950" y="508000"/>
                    </a:cubicBezTo>
                    <a:lnTo>
                      <a:pt x="3155950" y="5842000"/>
                    </a:lnTo>
                    <a:cubicBezTo>
                      <a:pt x="3155950" y="6111240"/>
                      <a:pt x="2936240" y="6330950"/>
                      <a:pt x="2667000" y="6330950"/>
                    </a:cubicBezTo>
                    <a:lnTo>
                      <a:pt x="508000" y="6330950"/>
                    </a:lnTo>
                    <a:cubicBezTo>
                      <a:pt x="238760" y="6330950"/>
                      <a:pt x="19050" y="6111240"/>
                      <a:pt x="19050" y="5842000"/>
                    </a:cubicBezTo>
                    <a:lnTo>
                      <a:pt x="19050" y="508000"/>
                    </a:lnTo>
                    <a:cubicBezTo>
                      <a:pt x="19050" y="238760"/>
                      <a:pt x="238760" y="19050"/>
                      <a:pt x="508000" y="19050"/>
                    </a:cubicBezTo>
                    <a:lnTo>
                      <a:pt x="2667000" y="19050"/>
                    </a:lnTo>
                    <a:moveTo>
                      <a:pt x="2667000" y="0"/>
                    </a:moveTo>
                    <a:lnTo>
                      <a:pt x="508000" y="0"/>
                    </a:lnTo>
                    <a:cubicBezTo>
                      <a:pt x="227330" y="0"/>
                      <a:pt x="0" y="227330"/>
                      <a:pt x="0" y="508000"/>
                    </a:cubicBezTo>
                    <a:lnTo>
                      <a:pt x="0" y="5842000"/>
                    </a:lnTo>
                    <a:cubicBezTo>
                      <a:pt x="0" y="6122670"/>
                      <a:pt x="227330" y="6350000"/>
                      <a:pt x="508000" y="6350000"/>
                    </a:cubicBezTo>
                    <a:lnTo>
                      <a:pt x="2667000" y="6350000"/>
                    </a:lnTo>
                    <a:cubicBezTo>
                      <a:pt x="2947670" y="6350000"/>
                      <a:pt x="3175000" y="6122670"/>
                      <a:pt x="3175000" y="5842000"/>
                    </a:cubicBezTo>
                    <a:lnTo>
                      <a:pt x="3175000" y="508000"/>
                    </a:lnTo>
                    <a:cubicBezTo>
                      <a:pt x="3175000" y="227330"/>
                      <a:pt x="2947670" y="0"/>
                      <a:pt x="2667000" y="0"/>
                    </a:cubicBezTo>
                    <a:lnTo>
                      <a:pt x="2667000" y="0"/>
                    </a:lnTo>
                    <a:close/>
                  </a:path>
                </a:pathLst>
              </a:custGeom>
              <a:solidFill>
                <a:srgbClr val="020202"/>
              </a:solidFill>
            </p:spPr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96624" cy="14636828"/>
            </a:xfrm>
            <a:custGeom>
              <a:avLst/>
              <a:gdLst/>
              <a:ahLst/>
              <a:cxnLst/>
              <a:rect r="r" b="b" t="t" l="l"/>
              <a:pathLst>
                <a:path h="14636828" w="8196624">
                  <a:moveTo>
                    <a:pt x="0" y="0"/>
                  </a:moveTo>
                  <a:lnTo>
                    <a:pt x="8196624" y="0"/>
                  </a:lnTo>
                  <a:lnTo>
                    <a:pt x="8196624" y="14636828"/>
                  </a:lnTo>
                  <a:lnTo>
                    <a:pt x="0" y="14636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410805" y="11293211"/>
              <a:ext cx="1825090" cy="464656"/>
            </a:xfrm>
            <a:custGeom>
              <a:avLst/>
              <a:gdLst/>
              <a:ahLst/>
              <a:cxnLst/>
              <a:rect r="r" b="b" t="t" l="l"/>
              <a:pathLst>
                <a:path h="464656" w="1825090">
                  <a:moveTo>
                    <a:pt x="0" y="0"/>
                  </a:moveTo>
                  <a:lnTo>
                    <a:pt x="1825091" y="0"/>
                  </a:lnTo>
                  <a:lnTo>
                    <a:pt x="1825091" y="464656"/>
                  </a:lnTo>
                  <a:lnTo>
                    <a:pt x="0" y="464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366442" y="4031421"/>
            <a:ext cx="1806257" cy="1892327"/>
          </a:xfrm>
          <a:custGeom>
            <a:avLst/>
            <a:gdLst/>
            <a:ahLst/>
            <a:cxnLst/>
            <a:rect r="r" b="b" t="t" l="l"/>
            <a:pathLst>
              <a:path h="1892327" w="1806257">
                <a:moveTo>
                  <a:pt x="0" y="0"/>
                </a:moveTo>
                <a:lnTo>
                  <a:pt x="1806258" y="0"/>
                </a:lnTo>
                <a:lnTo>
                  <a:pt x="1806258" y="1892327"/>
                </a:lnTo>
                <a:lnTo>
                  <a:pt x="0" y="18923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480" t="-15508" r="-24050" b="-45116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582662" y="8469908"/>
            <a:ext cx="739188" cy="315173"/>
            <a:chOff x="0" y="0"/>
            <a:chExt cx="164754" cy="7024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754" cy="70247"/>
            </a:xfrm>
            <a:custGeom>
              <a:avLst/>
              <a:gdLst/>
              <a:ahLst/>
              <a:cxnLst/>
              <a:rect r="r" b="b" t="t" l="l"/>
              <a:pathLst>
                <a:path h="70247" w="164754">
                  <a:moveTo>
                    <a:pt x="0" y="0"/>
                  </a:moveTo>
                  <a:lnTo>
                    <a:pt x="164754" y="0"/>
                  </a:lnTo>
                  <a:lnTo>
                    <a:pt x="164754" y="70247"/>
                  </a:lnTo>
                  <a:lnTo>
                    <a:pt x="0" y="7024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4754" cy="108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353745" y="4102148"/>
            <a:ext cx="4892585" cy="2021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13"/>
              </a:lnSpc>
            </a:pPr>
            <a:r>
              <a:rPr lang="en-US" sz="15113" spc="-755" b="true">
                <a:solidFill>
                  <a:srgbClr val="555555"/>
                </a:solidFill>
                <a:latin typeface="TT Norms Bold"/>
                <a:ea typeface="TT Norms Bold"/>
                <a:cs typeface="TT Norms Bold"/>
                <a:sym typeface="TT Norms Bold"/>
              </a:rPr>
              <a:t>Teyka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87617" y="6231401"/>
            <a:ext cx="4036966" cy="47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4"/>
              </a:lnSpc>
            </a:pPr>
            <a:r>
              <a:rPr lang="en-US" b="true" sz="2717" spc="391">
                <a:solidFill>
                  <a:srgbClr val="8F8F8F"/>
                </a:solidFill>
                <a:latin typeface="TT Norms Bold"/>
                <a:ea typeface="TT Norms Bold"/>
                <a:cs typeface="TT Norms Bold"/>
                <a:sym typeface="TT Norms Bold"/>
              </a:rPr>
              <a:t>“TAKE A BREAK”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28345" y="2528461"/>
            <a:ext cx="12231310" cy="5230078"/>
            <a:chOff x="0" y="0"/>
            <a:chExt cx="16308413" cy="69734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308413" cy="6973437"/>
            </a:xfrm>
            <a:custGeom>
              <a:avLst/>
              <a:gdLst/>
              <a:ahLst/>
              <a:cxnLst/>
              <a:rect r="r" b="b" t="t" l="l"/>
              <a:pathLst>
                <a:path h="6973437" w="16308413">
                  <a:moveTo>
                    <a:pt x="0" y="0"/>
                  </a:moveTo>
                  <a:lnTo>
                    <a:pt x="16308413" y="0"/>
                  </a:lnTo>
                  <a:lnTo>
                    <a:pt x="16308413" y="6973437"/>
                  </a:lnTo>
                  <a:lnTo>
                    <a:pt x="0" y="6973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069" t="0" r="-21583" b="-60768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615764" y="846983"/>
              <a:ext cx="1363601" cy="1300177"/>
              <a:chOff x="0" y="0"/>
              <a:chExt cx="269353" cy="25682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69353" cy="256825"/>
              </a:xfrm>
              <a:custGeom>
                <a:avLst/>
                <a:gdLst/>
                <a:ahLst/>
                <a:cxnLst/>
                <a:rect r="r" b="b" t="t" l="l"/>
                <a:pathLst>
                  <a:path h="256825" w="269353">
                    <a:moveTo>
                      <a:pt x="0" y="0"/>
                    </a:moveTo>
                    <a:lnTo>
                      <a:pt x="269353" y="0"/>
                    </a:lnTo>
                    <a:lnTo>
                      <a:pt x="269353" y="256825"/>
                    </a:lnTo>
                    <a:lnTo>
                      <a:pt x="0" y="256825"/>
                    </a:lnTo>
                    <a:close/>
                  </a:path>
                </a:pathLst>
              </a:custGeom>
              <a:solidFill>
                <a:srgbClr val="F6F6F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69353" cy="294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987894" y="1108446"/>
              <a:ext cx="892288" cy="934807"/>
            </a:xfrm>
            <a:custGeom>
              <a:avLst/>
              <a:gdLst/>
              <a:ahLst/>
              <a:cxnLst/>
              <a:rect r="r" b="b" t="t" l="l"/>
              <a:pathLst>
                <a:path h="934807" w="892288">
                  <a:moveTo>
                    <a:pt x="0" y="0"/>
                  </a:moveTo>
                  <a:lnTo>
                    <a:pt x="892288" y="0"/>
                  </a:lnTo>
                  <a:lnTo>
                    <a:pt x="892288" y="934806"/>
                  </a:lnTo>
                  <a:lnTo>
                    <a:pt x="0" y="934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480" t="-15508" r="-24050" b="-45116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8809" y="13278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20541" y="4148131"/>
            <a:ext cx="4362096" cy="2497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74"/>
              </a:lnSpc>
              <a:spcBef>
                <a:spcPct val="0"/>
              </a:spcBef>
            </a:pPr>
            <a:r>
              <a:rPr lang="en-US" b="true" sz="18774" spc="-938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150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92777" y="4274452"/>
            <a:ext cx="2919692" cy="1871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7205" spc="-36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veces</a:t>
            </a:r>
          </a:p>
          <a:p>
            <a:pPr algn="l" marL="0" indent="0" lvl="0">
              <a:lnSpc>
                <a:spcPts val="7205"/>
              </a:lnSpc>
              <a:spcBef>
                <a:spcPct val="0"/>
              </a:spcBef>
            </a:pPr>
            <a:r>
              <a:rPr lang="en-US" b="true" sz="7205" spc="-36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al dia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13278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49778" y="13278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69669" y="13278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90747" y="13278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10638" y="13278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131716" y="13278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951607" y="13278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772685" y="13278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592576" y="13278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413654" y="13278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33545" y="13278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054623" y="13278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874514" y="13278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695592" y="13278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515483" y="13278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336561" y="13278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156452" y="13278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977530" y="13278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797421" y="13278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618499" y="13278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7438390" y="13278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13921" y="132570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33811" y="132570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854890" y="132570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674780" y="132570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3495859" y="132570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315749" y="132570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136828" y="132570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5956718" y="132570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777797" y="132570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7597687" y="132570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8418766" y="132570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238656" y="132570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0059734" y="132570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0879625" y="132570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1700703" y="132570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520594" y="132570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3341672" y="132570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4161563" y="132570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4982641" y="132570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5802532" y="132570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6623610" y="132570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7443501" y="132570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203698" y="258021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023589" y="258021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844667" y="258021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2664558" y="258021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3485636" y="258021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4305527" y="258021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5126605" y="258021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5946496" y="258021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6767574" y="258021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7587465" y="258021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8408543" y="258021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9228434" y="258021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0049512" y="258021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0869403" y="258021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1690481" y="258021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2510372" y="258021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3331450" y="258021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4151341" y="258021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4972419" y="258021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5792310" y="258021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6613388" y="258021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7433279" y="2580219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208809" y="389265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028700" y="389265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849778" y="389265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2669669" y="389265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3490747" y="389265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4310638" y="389265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13336561" y="389265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14156452" y="389265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14977530" y="389265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15797421" y="389265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16618499" y="389265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17438390" y="389265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203698" y="514350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1023589" y="514350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1844667" y="514350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2664558" y="514350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3485636" y="514350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4305527" y="514350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13331450" y="514350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14151341" y="514350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14972419" y="514350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15792310" y="514350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2" id="92"/>
          <p:cNvSpPr/>
          <p:nvPr/>
        </p:nvSpPr>
        <p:spPr>
          <a:xfrm flipH="false" flipV="false" rot="0">
            <a:off x="16613388" y="514350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3" id="93"/>
          <p:cNvSpPr/>
          <p:nvPr/>
        </p:nvSpPr>
        <p:spPr>
          <a:xfrm flipH="false" flipV="false" rot="0">
            <a:off x="17433279" y="5143500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219032" y="6395392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5" id="95"/>
          <p:cNvSpPr/>
          <p:nvPr/>
        </p:nvSpPr>
        <p:spPr>
          <a:xfrm flipH="false" flipV="false" rot="0">
            <a:off x="1038923" y="6395392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1860001" y="6395392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0">
            <a:off x="2679892" y="6395392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8" id="98"/>
          <p:cNvSpPr/>
          <p:nvPr/>
        </p:nvSpPr>
        <p:spPr>
          <a:xfrm flipH="false" flipV="false" rot="0">
            <a:off x="3500970" y="6395392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9" id="99"/>
          <p:cNvSpPr/>
          <p:nvPr/>
        </p:nvSpPr>
        <p:spPr>
          <a:xfrm flipH="false" flipV="false" rot="0">
            <a:off x="4320861" y="6395392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0" id="100"/>
          <p:cNvSpPr/>
          <p:nvPr/>
        </p:nvSpPr>
        <p:spPr>
          <a:xfrm flipH="false" flipV="false" rot="0">
            <a:off x="5141939" y="6395392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1" id="101"/>
          <p:cNvSpPr/>
          <p:nvPr/>
        </p:nvSpPr>
        <p:spPr>
          <a:xfrm flipH="false" flipV="false" rot="0">
            <a:off x="5961830" y="6395392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6782908" y="6395392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3" id="103"/>
          <p:cNvSpPr/>
          <p:nvPr/>
        </p:nvSpPr>
        <p:spPr>
          <a:xfrm flipH="false" flipV="false" rot="0">
            <a:off x="7602799" y="6395392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4" id="104"/>
          <p:cNvSpPr/>
          <p:nvPr/>
        </p:nvSpPr>
        <p:spPr>
          <a:xfrm flipH="false" flipV="false" rot="0">
            <a:off x="8423877" y="6395392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5" id="105"/>
          <p:cNvSpPr/>
          <p:nvPr/>
        </p:nvSpPr>
        <p:spPr>
          <a:xfrm flipH="false" flipV="false" rot="0">
            <a:off x="9243768" y="6395392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6" id="106"/>
          <p:cNvSpPr/>
          <p:nvPr/>
        </p:nvSpPr>
        <p:spPr>
          <a:xfrm flipH="false" flipV="false" rot="0">
            <a:off x="10064846" y="6395392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7" id="107"/>
          <p:cNvSpPr/>
          <p:nvPr/>
        </p:nvSpPr>
        <p:spPr>
          <a:xfrm flipH="false" flipV="false" rot="0">
            <a:off x="10884737" y="6395392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8" id="108"/>
          <p:cNvSpPr/>
          <p:nvPr/>
        </p:nvSpPr>
        <p:spPr>
          <a:xfrm flipH="false" flipV="false" rot="0">
            <a:off x="11705815" y="6395392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9" id="109"/>
          <p:cNvSpPr/>
          <p:nvPr/>
        </p:nvSpPr>
        <p:spPr>
          <a:xfrm flipH="false" flipV="false" rot="0">
            <a:off x="12525706" y="6395392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0" id="110"/>
          <p:cNvSpPr/>
          <p:nvPr/>
        </p:nvSpPr>
        <p:spPr>
          <a:xfrm flipH="false" flipV="false" rot="0">
            <a:off x="13346784" y="6395392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1" id="111"/>
          <p:cNvSpPr/>
          <p:nvPr/>
        </p:nvSpPr>
        <p:spPr>
          <a:xfrm flipH="false" flipV="false" rot="0">
            <a:off x="14166675" y="6395392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2" id="112"/>
          <p:cNvSpPr/>
          <p:nvPr/>
        </p:nvSpPr>
        <p:spPr>
          <a:xfrm flipH="false" flipV="false" rot="0">
            <a:off x="14987753" y="6395392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3" id="113"/>
          <p:cNvSpPr/>
          <p:nvPr/>
        </p:nvSpPr>
        <p:spPr>
          <a:xfrm flipH="false" flipV="false" rot="0">
            <a:off x="15807644" y="6395392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4" id="114"/>
          <p:cNvSpPr/>
          <p:nvPr/>
        </p:nvSpPr>
        <p:spPr>
          <a:xfrm flipH="false" flipV="false" rot="0">
            <a:off x="16628722" y="6395392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5" id="115"/>
          <p:cNvSpPr/>
          <p:nvPr/>
        </p:nvSpPr>
        <p:spPr>
          <a:xfrm flipH="false" flipV="false" rot="0">
            <a:off x="17448612" y="6395392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6" id="116"/>
          <p:cNvSpPr/>
          <p:nvPr/>
        </p:nvSpPr>
        <p:spPr>
          <a:xfrm flipH="false" flipV="false" rot="0">
            <a:off x="224143" y="7707823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7" id="117"/>
          <p:cNvSpPr/>
          <p:nvPr/>
        </p:nvSpPr>
        <p:spPr>
          <a:xfrm flipH="false" flipV="false" rot="0">
            <a:off x="1044034" y="7707823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8" id="118"/>
          <p:cNvSpPr/>
          <p:nvPr/>
        </p:nvSpPr>
        <p:spPr>
          <a:xfrm flipH="false" flipV="false" rot="0">
            <a:off x="1865112" y="7707823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9" id="119"/>
          <p:cNvSpPr/>
          <p:nvPr/>
        </p:nvSpPr>
        <p:spPr>
          <a:xfrm flipH="false" flipV="false" rot="0">
            <a:off x="2685003" y="7707823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0" id="120"/>
          <p:cNvSpPr/>
          <p:nvPr/>
        </p:nvSpPr>
        <p:spPr>
          <a:xfrm flipH="false" flipV="false" rot="0">
            <a:off x="3506081" y="7707823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1" id="121"/>
          <p:cNvSpPr/>
          <p:nvPr/>
        </p:nvSpPr>
        <p:spPr>
          <a:xfrm flipH="false" flipV="false" rot="0">
            <a:off x="4325972" y="7707823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2" id="122"/>
          <p:cNvSpPr/>
          <p:nvPr/>
        </p:nvSpPr>
        <p:spPr>
          <a:xfrm flipH="false" flipV="false" rot="0">
            <a:off x="5147050" y="7707823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3" id="123"/>
          <p:cNvSpPr/>
          <p:nvPr/>
        </p:nvSpPr>
        <p:spPr>
          <a:xfrm flipH="false" flipV="false" rot="0">
            <a:off x="5966941" y="7707823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4" id="124"/>
          <p:cNvSpPr/>
          <p:nvPr/>
        </p:nvSpPr>
        <p:spPr>
          <a:xfrm flipH="false" flipV="false" rot="0">
            <a:off x="6788019" y="7707823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5" id="125"/>
          <p:cNvSpPr/>
          <p:nvPr/>
        </p:nvSpPr>
        <p:spPr>
          <a:xfrm flipH="false" flipV="false" rot="0">
            <a:off x="7607910" y="7707823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6" id="126"/>
          <p:cNvSpPr/>
          <p:nvPr/>
        </p:nvSpPr>
        <p:spPr>
          <a:xfrm flipH="false" flipV="false" rot="0">
            <a:off x="8428988" y="7707823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7" id="127"/>
          <p:cNvSpPr/>
          <p:nvPr/>
        </p:nvSpPr>
        <p:spPr>
          <a:xfrm flipH="false" flipV="false" rot="0">
            <a:off x="9248879" y="7707823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8" id="128"/>
          <p:cNvSpPr/>
          <p:nvPr/>
        </p:nvSpPr>
        <p:spPr>
          <a:xfrm flipH="false" flipV="false" rot="0">
            <a:off x="10069957" y="7707823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9" id="129"/>
          <p:cNvSpPr/>
          <p:nvPr/>
        </p:nvSpPr>
        <p:spPr>
          <a:xfrm flipH="false" flipV="false" rot="0">
            <a:off x="10889848" y="7707823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0" id="130"/>
          <p:cNvSpPr/>
          <p:nvPr/>
        </p:nvSpPr>
        <p:spPr>
          <a:xfrm flipH="false" flipV="false" rot="0">
            <a:off x="11710926" y="7707823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1" id="131"/>
          <p:cNvSpPr/>
          <p:nvPr/>
        </p:nvSpPr>
        <p:spPr>
          <a:xfrm flipH="false" flipV="false" rot="0">
            <a:off x="12530817" y="7707823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2" id="132"/>
          <p:cNvSpPr/>
          <p:nvPr/>
        </p:nvSpPr>
        <p:spPr>
          <a:xfrm flipH="false" flipV="false" rot="0">
            <a:off x="13351895" y="7707823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3" id="133"/>
          <p:cNvSpPr/>
          <p:nvPr/>
        </p:nvSpPr>
        <p:spPr>
          <a:xfrm flipH="false" flipV="false" rot="0">
            <a:off x="14171786" y="7707823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4" id="134"/>
          <p:cNvSpPr/>
          <p:nvPr/>
        </p:nvSpPr>
        <p:spPr>
          <a:xfrm flipH="false" flipV="false" rot="0">
            <a:off x="14992864" y="7707823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5" id="135"/>
          <p:cNvSpPr/>
          <p:nvPr/>
        </p:nvSpPr>
        <p:spPr>
          <a:xfrm flipH="false" flipV="false" rot="0">
            <a:off x="15812755" y="7707823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6" id="136"/>
          <p:cNvSpPr/>
          <p:nvPr/>
        </p:nvSpPr>
        <p:spPr>
          <a:xfrm flipH="false" flipV="false" rot="0">
            <a:off x="16633833" y="7707823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7" id="137"/>
          <p:cNvSpPr/>
          <p:nvPr/>
        </p:nvSpPr>
        <p:spPr>
          <a:xfrm flipH="false" flipV="false" rot="0">
            <a:off x="17453724" y="7707823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3"/>
                </a:lnTo>
                <a:lnTo>
                  <a:pt x="0" y="111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8" id="138"/>
          <p:cNvSpPr/>
          <p:nvPr/>
        </p:nvSpPr>
        <p:spPr>
          <a:xfrm flipH="false" flipV="false" rot="0">
            <a:off x="213921" y="8962334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9" id="139"/>
          <p:cNvSpPr/>
          <p:nvPr/>
        </p:nvSpPr>
        <p:spPr>
          <a:xfrm flipH="false" flipV="false" rot="0">
            <a:off x="1033811" y="8962334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0" id="140"/>
          <p:cNvSpPr/>
          <p:nvPr/>
        </p:nvSpPr>
        <p:spPr>
          <a:xfrm flipH="false" flipV="false" rot="0">
            <a:off x="1854890" y="8962334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1" id="141"/>
          <p:cNvSpPr/>
          <p:nvPr/>
        </p:nvSpPr>
        <p:spPr>
          <a:xfrm flipH="false" flipV="false" rot="0">
            <a:off x="2674780" y="8962334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2" id="142"/>
          <p:cNvSpPr/>
          <p:nvPr/>
        </p:nvSpPr>
        <p:spPr>
          <a:xfrm flipH="false" flipV="false" rot="0">
            <a:off x="3495859" y="8962334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3" id="143"/>
          <p:cNvSpPr/>
          <p:nvPr/>
        </p:nvSpPr>
        <p:spPr>
          <a:xfrm flipH="false" flipV="false" rot="0">
            <a:off x="4315749" y="8962334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4" id="144"/>
          <p:cNvSpPr/>
          <p:nvPr/>
        </p:nvSpPr>
        <p:spPr>
          <a:xfrm flipH="false" flipV="false" rot="0">
            <a:off x="5136828" y="8962334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5" id="145"/>
          <p:cNvSpPr/>
          <p:nvPr/>
        </p:nvSpPr>
        <p:spPr>
          <a:xfrm flipH="false" flipV="false" rot="0">
            <a:off x="5956718" y="8962334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6" id="146"/>
          <p:cNvSpPr/>
          <p:nvPr/>
        </p:nvSpPr>
        <p:spPr>
          <a:xfrm flipH="false" flipV="false" rot="0">
            <a:off x="6777797" y="8962334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7" id="147"/>
          <p:cNvSpPr/>
          <p:nvPr/>
        </p:nvSpPr>
        <p:spPr>
          <a:xfrm flipH="false" flipV="false" rot="0">
            <a:off x="7597687" y="8962334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8" id="148"/>
          <p:cNvSpPr/>
          <p:nvPr/>
        </p:nvSpPr>
        <p:spPr>
          <a:xfrm flipH="false" flipV="false" rot="0">
            <a:off x="8418766" y="8962334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9" id="149"/>
          <p:cNvSpPr/>
          <p:nvPr/>
        </p:nvSpPr>
        <p:spPr>
          <a:xfrm flipH="false" flipV="false" rot="0">
            <a:off x="9238656" y="8962334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0" id="150"/>
          <p:cNvSpPr/>
          <p:nvPr/>
        </p:nvSpPr>
        <p:spPr>
          <a:xfrm flipH="false" flipV="false" rot="0">
            <a:off x="10059734" y="8962334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1" id="151"/>
          <p:cNvSpPr/>
          <p:nvPr/>
        </p:nvSpPr>
        <p:spPr>
          <a:xfrm flipH="false" flipV="false" rot="0">
            <a:off x="10879625" y="8962334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2" id="152"/>
          <p:cNvSpPr/>
          <p:nvPr/>
        </p:nvSpPr>
        <p:spPr>
          <a:xfrm flipH="false" flipV="false" rot="0">
            <a:off x="11700703" y="8962334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3" id="153"/>
          <p:cNvSpPr/>
          <p:nvPr/>
        </p:nvSpPr>
        <p:spPr>
          <a:xfrm flipH="false" flipV="false" rot="0">
            <a:off x="12520594" y="8962334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4" id="154"/>
          <p:cNvSpPr/>
          <p:nvPr/>
        </p:nvSpPr>
        <p:spPr>
          <a:xfrm flipH="false" flipV="false" rot="0">
            <a:off x="13341672" y="8962334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5" id="155"/>
          <p:cNvSpPr/>
          <p:nvPr/>
        </p:nvSpPr>
        <p:spPr>
          <a:xfrm flipH="false" flipV="false" rot="0">
            <a:off x="14161563" y="8962334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6" id="156"/>
          <p:cNvSpPr/>
          <p:nvPr/>
        </p:nvSpPr>
        <p:spPr>
          <a:xfrm flipH="false" flipV="false" rot="0">
            <a:off x="14982641" y="8962334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7" id="157"/>
          <p:cNvSpPr/>
          <p:nvPr/>
        </p:nvSpPr>
        <p:spPr>
          <a:xfrm flipH="false" flipV="false" rot="0">
            <a:off x="15802532" y="8962334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8" id="158"/>
          <p:cNvSpPr/>
          <p:nvPr/>
        </p:nvSpPr>
        <p:spPr>
          <a:xfrm flipH="false" flipV="false" rot="0">
            <a:off x="16623610" y="8962334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9" y="0"/>
                </a:lnTo>
                <a:lnTo>
                  <a:pt x="630579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9" id="159"/>
          <p:cNvSpPr/>
          <p:nvPr/>
        </p:nvSpPr>
        <p:spPr>
          <a:xfrm flipH="false" flipV="false" rot="0">
            <a:off x="17443501" y="8962334"/>
            <a:ext cx="630578" cy="1118542"/>
          </a:xfrm>
          <a:custGeom>
            <a:avLst/>
            <a:gdLst/>
            <a:ahLst/>
            <a:cxnLst/>
            <a:rect r="r" b="b" t="t" l="l"/>
            <a:pathLst>
              <a:path h="1118542" w="630578">
                <a:moveTo>
                  <a:pt x="0" y="0"/>
                </a:moveTo>
                <a:lnTo>
                  <a:pt x="630578" y="0"/>
                </a:lnTo>
                <a:lnTo>
                  <a:pt x="630578" y="1118542"/>
                </a:lnTo>
                <a:lnTo>
                  <a:pt x="0" y="111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8966" y="1597772"/>
            <a:ext cx="3645863" cy="4943543"/>
          </a:xfrm>
          <a:custGeom>
            <a:avLst/>
            <a:gdLst/>
            <a:ahLst/>
            <a:cxnLst/>
            <a:rect r="r" b="b" t="t" l="l"/>
            <a:pathLst>
              <a:path h="4943543" w="3645863">
                <a:moveTo>
                  <a:pt x="0" y="0"/>
                </a:moveTo>
                <a:lnTo>
                  <a:pt x="3645863" y="0"/>
                </a:lnTo>
                <a:lnTo>
                  <a:pt x="3645863" y="4943543"/>
                </a:lnTo>
                <a:lnTo>
                  <a:pt x="0" y="4943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40196" y="1597772"/>
            <a:ext cx="3645863" cy="4943543"/>
          </a:xfrm>
          <a:custGeom>
            <a:avLst/>
            <a:gdLst/>
            <a:ahLst/>
            <a:cxnLst/>
            <a:rect r="r" b="b" t="t" l="l"/>
            <a:pathLst>
              <a:path h="4943543" w="3645863">
                <a:moveTo>
                  <a:pt x="0" y="0"/>
                </a:moveTo>
                <a:lnTo>
                  <a:pt x="3645863" y="0"/>
                </a:lnTo>
                <a:lnTo>
                  <a:pt x="3645863" y="4943543"/>
                </a:lnTo>
                <a:lnTo>
                  <a:pt x="0" y="4943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16724" y="1597772"/>
            <a:ext cx="3645863" cy="4943543"/>
          </a:xfrm>
          <a:custGeom>
            <a:avLst/>
            <a:gdLst/>
            <a:ahLst/>
            <a:cxnLst/>
            <a:rect r="r" b="b" t="t" l="l"/>
            <a:pathLst>
              <a:path h="4943543" w="3645863">
                <a:moveTo>
                  <a:pt x="0" y="0"/>
                </a:moveTo>
                <a:lnTo>
                  <a:pt x="3645863" y="0"/>
                </a:lnTo>
                <a:lnTo>
                  <a:pt x="3645863" y="4943543"/>
                </a:lnTo>
                <a:lnTo>
                  <a:pt x="0" y="4943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83171" y="1597772"/>
            <a:ext cx="3645863" cy="4943543"/>
          </a:xfrm>
          <a:custGeom>
            <a:avLst/>
            <a:gdLst/>
            <a:ahLst/>
            <a:cxnLst/>
            <a:rect r="r" b="b" t="t" l="l"/>
            <a:pathLst>
              <a:path h="4943543" w="3645863">
                <a:moveTo>
                  <a:pt x="0" y="0"/>
                </a:moveTo>
                <a:lnTo>
                  <a:pt x="3645863" y="0"/>
                </a:lnTo>
                <a:lnTo>
                  <a:pt x="3645863" y="4943543"/>
                </a:lnTo>
                <a:lnTo>
                  <a:pt x="0" y="49435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81945" y="6935063"/>
            <a:ext cx="12924110" cy="232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6"/>
              </a:lnSpc>
            </a:pPr>
            <a:r>
              <a:rPr lang="en-US" b="true" sz="8966" spc="-448">
                <a:solidFill>
                  <a:srgbClr val="64CD71"/>
                </a:solidFill>
                <a:latin typeface="TT Norms Bold"/>
                <a:ea typeface="TT Norms Bold"/>
                <a:cs typeface="TT Norms Bold"/>
                <a:sym typeface="TT Norms Bold"/>
              </a:rPr>
              <a:t>76% de los jóvenes </a:t>
            </a:r>
          </a:p>
          <a:p>
            <a:pPr algn="ctr" marL="0" indent="0" lvl="0">
              <a:lnSpc>
                <a:spcPts val="8966"/>
              </a:lnSpc>
              <a:spcBef>
                <a:spcPct val="0"/>
              </a:spcBef>
            </a:pPr>
            <a:r>
              <a:rPr lang="en-US" b="true" sz="8966" spc="-448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que quiere reducir su uso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1595"/>
            <a:ext cx="431287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A6A6A6"/>
                </a:solidFill>
                <a:latin typeface="TT Fors"/>
                <a:ea typeface="TT Fors"/>
                <a:cs typeface="TT Fors"/>
                <a:sym typeface="TT Fors"/>
              </a:rPr>
              <a:t>www.teykaapp.com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408379" y="738602"/>
            <a:ext cx="5202403" cy="9290005"/>
            <a:chOff x="0" y="0"/>
            <a:chExt cx="6936537" cy="12386674"/>
          </a:xfrm>
        </p:grpSpPr>
        <p:grpSp>
          <p:nvGrpSpPr>
            <p:cNvPr name="Group 4" id="4"/>
            <p:cNvGrpSpPr>
              <a:grpSpLocks noChangeAspect="true"/>
            </p:cNvGrpSpPr>
            <p:nvPr/>
          </p:nvGrpSpPr>
          <p:grpSpPr>
            <a:xfrm rot="0">
              <a:off x="1068721" y="817129"/>
              <a:ext cx="4751321" cy="9502642"/>
              <a:chOff x="0" y="0"/>
              <a:chExt cx="3175000" cy="6350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175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3175000">
                    <a:moveTo>
                      <a:pt x="2667000" y="6350000"/>
                    </a:moveTo>
                    <a:lnTo>
                      <a:pt x="508000" y="6350000"/>
                    </a:lnTo>
                    <a:cubicBezTo>
                      <a:pt x="227330" y="6350000"/>
                      <a:pt x="0" y="6122670"/>
                      <a:pt x="0" y="5842000"/>
                    </a:cubicBezTo>
                    <a:lnTo>
                      <a:pt x="0" y="508000"/>
                    </a:lnTo>
                    <a:cubicBezTo>
                      <a:pt x="0" y="227330"/>
                      <a:pt x="227330" y="0"/>
                      <a:pt x="508000" y="0"/>
                    </a:cubicBezTo>
                    <a:lnTo>
                      <a:pt x="2667000" y="0"/>
                    </a:lnTo>
                    <a:cubicBezTo>
                      <a:pt x="2947670" y="0"/>
                      <a:pt x="3175000" y="227330"/>
                      <a:pt x="3175000" y="508000"/>
                    </a:cubicBezTo>
                    <a:lnTo>
                      <a:pt x="3175000" y="5842000"/>
                    </a:lnTo>
                    <a:cubicBezTo>
                      <a:pt x="3175000" y="6122670"/>
                      <a:pt x="2947670" y="6350000"/>
                      <a:pt x="2667000" y="635000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131293" t="0" r="-134839" b="0"/>
                </a:stretch>
              </a:blipFill>
            </p:spPr>
          </p:sp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175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3175000">
                    <a:moveTo>
                      <a:pt x="2667000" y="19050"/>
                    </a:moveTo>
                    <a:cubicBezTo>
                      <a:pt x="2936240" y="19050"/>
                      <a:pt x="3155950" y="238760"/>
                      <a:pt x="3155950" y="508000"/>
                    </a:cubicBezTo>
                    <a:lnTo>
                      <a:pt x="3155950" y="5842000"/>
                    </a:lnTo>
                    <a:cubicBezTo>
                      <a:pt x="3155950" y="6111240"/>
                      <a:pt x="2936240" y="6330950"/>
                      <a:pt x="2667000" y="6330950"/>
                    </a:cubicBezTo>
                    <a:lnTo>
                      <a:pt x="508000" y="6330950"/>
                    </a:lnTo>
                    <a:cubicBezTo>
                      <a:pt x="238760" y="6330950"/>
                      <a:pt x="19050" y="6111240"/>
                      <a:pt x="19050" y="5842000"/>
                    </a:cubicBezTo>
                    <a:lnTo>
                      <a:pt x="19050" y="508000"/>
                    </a:lnTo>
                    <a:cubicBezTo>
                      <a:pt x="19050" y="238760"/>
                      <a:pt x="238760" y="19050"/>
                      <a:pt x="508000" y="19050"/>
                    </a:cubicBezTo>
                    <a:lnTo>
                      <a:pt x="2667000" y="19050"/>
                    </a:lnTo>
                    <a:moveTo>
                      <a:pt x="2667000" y="0"/>
                    </a:moveTo>
                    <a:lnTo>
                      <a:pt x="508000" y="0"/>
                    </a:lnTo>
                    <a:cubicBezTo>
                      <a:pt x="227330" y="0"/>
                      <a:pt x="0" y="227330"/>
                      <a:pt x="0" y="508000"/>
                    </a:cubicBezTo>
                    <a:lnTo>
                      <a:pt x="0" y="5842000"/>
                    </a:lnTo>
                    <a:cubicBezTo>
                      <a:pt x="0" y="6122670"/>
                      <a:pt x="227330" y="6350000"/>
                      <a:pt x="508000" y="6350000"/>
                    </a:cubicBezTo>
                    <a:lnTo>
                      <a:pt x="2667000" y="6350000"/>
                    </a:lnTo>
                    <a:cubicBezTo>
                      <a:pt x="2947670" y="6350000"/>
                      <a:pt x="3175000" y="6122670"/>
                      <a:pt x="3175000" y="5842000"/>
                    </a:cubicBezTo>
                    <a:lnTo>
                      <a:pt x="3175000" y="508000"/>
                    </a:lnTo>
                    <a:cubicBezTo>
                      <a:pt x="3175000" y="227330"/>
                      <a:pt x="2947670" y="0"/>
                      <a:pt x="2667000" y="0"/>
                    </a:cubicBezTo>
                    <a:lnTo>
                      <a:pt x="2667000" y="0"/>
                    </a:lnTo>
                    <a:close/>
                  </a:path>
                </a:pathLst>
              </a:custGeom>
              <a:solidFill>
                <a:srgbClr val="020202"/>
              </a:solidFill>
            </p:spPr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36537" cy="12386674"/>
            </a:xfrm>
            <a:custGeom>
              <a:avLst/>
              <a:gdLst/>
              <a:ahLst/>
              <a:cxnLst/>
              <a:rect r="r" b="b" t="t" l="l"/>
              <a:pathLst>
                <a:path h="12386674" w="6936537">
                  <a:moveTo>
                    <a:pt x="0" y="0"/>
                  </a:moveTo>
                  <a:lnTo>
                    <a:pt x="6936537" y="0"/>
                  </a:lnTo>
                  <a:lnTo>
                    <a:pt x="6936537" y="12386674"/>
                  </a:lnTo>
                  <a:lnTo>
                    <a:pt x="0" y="12386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886454" y="9557079"/>
              <a:ext cx="1544515" cy="393223"/>
            </a:xfrm>
            <a:custGeom>
              <a:avLst/>
              <a:gdLst/>
              <a:ahLst/>
              <a:cxnLst/>
              <a:rect r="r" b="b" t="t" l="l"/>
              <a:pathLst>
                <a:path h="393223" w="1544515">
                  <a:moveTo>
                    <a:pt x="0" y="0"/>
                  </a:moveTo>
                  <a:lnTo>
                    <a:pt x="1544515" y="0"/>
                  </a:lnTo>
                  <a:lnTo>
                    <a:pt x="1544515" y="393223"/>
                  </a:lnTo>
                  <a:lnTo>
                    <a:pt x="0" y="39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508235" y="4150263"/>
            <a:ext cx="1528577" cy="1601415"/>
          </a:xfrm>
          <a:custGeom>
            <a:avLst/>
            <a:gdLst/>
            <a:ahLst/>
            <a:cxnLst/>
            <a:rect r="r" b="b" t="t" l="l"/>
            <a:pathLst>
              <a:path h="1601415" w="1528577">
                <a:moveTo>
                  <a:pt x="0" y="0"/>
                </a:moveTo>
                <a:lnTo>
                  <a:pt x="1528577" y="0"/>
                </a:lnTo>
                <a:lnTo>
                  <a:pt x="1528577" y="1601415"/>
                </a:lnTo>
                <a:lnTo>
                  <a:pt x="0" y="16014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480" t="-15508" r="-24050" b="-45116"/>
            </a:stretch>
          </a:blipFill>
        </p:spPr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50402" y="2703195"/>
            <a:ext cx="3255195" cy="493776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 rot="0">
            <a:off x="7152412" y="7906411"/>
            <a:ext cx="625551" cy="266721"/>
            <a:chOff x="0" y="0"/>
            <a:chExt cx="164754" cy="702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754" cy="70247"/>
            </a:xfrm>
            <a:custGeom>
              <a:avLst/>
              <a:gdLst/>
              <a:ahLst/>
              <a:cxnLst/>
              <a:rect r="r" b="b" t="t" l="l"/>
              <a:pathLst>
                <a:path h="70247" w="164754">
                  <a:moveTo>
                    <a:pt x="0" y="0"/>
                  </a:moveTo>
                  <a:lnTo>
                    <a:pt x="164754" y="0"/>
                  </a:lnTo>
                  <a:lnTo>
                    <a:pt x="164754" y="70247"/>
                  </a:lnTo>
                  <a:lnTo>
                    <a:pt x="0" y="7024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4754" cy="108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520630" y="6094090"/>
            <a:ext cx="157370" cy="167018"/>
            <a:chOff x="0" y="0"/>
            <a:chExt cx="41447" cy="439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447" cy="43988"/>
            </a:xfrm>
            <a:custGeom>
              <a:avLst/>
              <a:gdLst/>
              <a:ahLst/>
              <a:cxnLst/>
              <a:rect r="r" b="b" t="t" l="l"/>
              <a:pathLst>
                <a:path h="43988" w="41447">
                  <a:moveTo>
                    <a:pt x="0" y="0"/>
                  </a:moveTo>
                  <a:lnTo>
                    <a:pt x="41447" y="0"/>
                  </a:lnTo>
                  <a:lnTo>
                    <a:pt x="41447" y="43988"/>
                  </a:lnTo>
                  <a:lnTo>
                    <a:pt x="0" y="439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1447" cy="82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260074" y="6261108"/>
            <a:ext cx="723254" cy="74491"/>
            <a:chOff x="0" y="0"/>
            <a:chExt cx="190487" cy="196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0487" cy="19619"/>
            </a:xfrm>
            <a:custGeom>
              <a:avLst/>
              <a:gdLst/>
              <a:ahLst/>
              <a:cxnLst/>
              <a:rect r="r" b="b" t="t" l="l"/>
              <a:pathLst>
                <a:path h="19619" w="190487">
                  <a:moveTo>
                    <a:pt x="0" y="0"/>
                  </a:moveTo>
                  <a:lnTo>
                    <a:pt x="190487" y="0"/>
                  </a:lnTo>
                  <a:lnTo>
                    <a:pt x="190487" y="19619"/>
                  </a:lnTo>
                  <a:lnTo>
                    <a:pt x="0" y="196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0487" cy="57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543017" y="6178508"/>
            <a:ext cx="157370" cy="121920"/>
          </a:xfrm>
          <a:custGeom>
            <a:avLst/>
            <a:gdLst/>
            <a:ahLst/>
            <a:cxnLst/>
            <a:rect r="r" b="b" t="t" l="l"/>
            <a:pathLst>
              <a:path h="121920" w="157370">
                <a:moveTo>
                  <a:pt x="0" y="0"/>
                </a:moveTo>
                <a:lnTo>
                  <a:pt x="157369" y="0"/>
                </a:lnTo>
                <a:lnTo>
                  <a:pt x="157369" y="121920"/>
                </a:ln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51578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-1261170">
            <a:off x="4244088" y="6248412"/>
            <a:ext cx="64769" cy="74491"/>
            <a:chOff x="0" y="0"/>
            <a:chExt cx="17058" cy="196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058" cy="19619"/>
            </a:xfrm>
            <a:custGeom>
              <a:avLst/>
              <a:gdLst/>
              <a:ahLst/>
              <a:cxnLst/>
              <a:rect r="r" b="b" t="t" l="l"/>
              <a:pathLst>
                <a:path h="19619" w="17058">
                  <a:moveTo>
                    <a:pt x="8529" y="0"/>
                  </a:moveTo>
                  <a:lnTo>
                    <a:pt x="8529" y="0"/>
                  </a:lnTo>
                  <a:cubicBezTo>
                    <a:pt x="10791" y="0"/>
                    <a:pt x="12961" y="899"/>
                    <a:pt x="14560" y="2498"/>
                  </a:cubicBezTo>
                  <a:cubicBezTo>
                    <a:pt x="16160" y="4098"/>
                    <a:pt x="17058" y="6267"/>
                    <a:pt x="17058" y="8529"/>
                  </a:cubicBezTo>
                  <a:lnTo>
                    <a:pt x="17058" y="11090"/>
                  </a:lnTo>
                  <a:cubicBezTo>
                    <a:pt x="17058" y="13352"/>
                    <a:pt x="16160" y="15521"/>
                    <a:pt x="14560" y="17121"/>
                  </a:cubicBezTo>
                  <a:cubicBezTo>
                    <a:pt x="12961" y="18720"/>
                    <a:pt x="10791" y="19619"/>
                    <a:pt x="8529" y="19619"/>
                  </a:cubicBezTo>
                  <a:lnTo>
                    <a:pt x="8529" y="19619"/>
                  </a:lnTo>
                  <a:cubicBezTo>
                    <a:pt x="6267" y="19619"/>
                    <a:pt x="4098" y="18720"/>
                    <a:pt x="2498" y="17121"/>
                  </a:cubicBezTo>
                  <a:cubicBezTo>
                    <a:pt x="899" y="15521"/>
                    <a:pt x="0" y="13352"/>
                    <a:pt x="0" y="11090"/>
                  </a:cubicBezTo>
                  <a:lnTo>
                    <a:pt x="0" y="8529"/>
                  </a:lnTo>
                  <a:cubicBezTo>
                    <a:pt x="0" y="6267"/>
                    <a:pt x="899" y="4098"/>
                    <a:pt x="2498" y="2498"/>
                  </a:cubicBezTo>
                  <a:cubicBezTo>
                    <a:pt x="4098" y="899"/>
                    <a:pt x="6267" y="0"/>
                    <a:pt x="852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7058" cy="57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723214">
            <a:off x="2907120" y="6250288"/>
            <a:ext cx="111494" cy="74491"/>
            <a:chOff x="0" y="0"/>
            <a:chExt cx="29365" cy="196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365" cy="19619"/>
            </a:xfrm>
            <a:custGeom>
              <a:avLst/>
              <a:gdLst/>
              <a:ahLst/>
              <a:cxnLst/>
              <a:rect r="r" b="b" t="t" l="l"/>
              <a:pathLst>
                <a:path h="19619" w="29365">
                  <a:moveTo>
                    <a:pt x="9809" y="0"/>
                  </a:moveTo>
                  <a:lnTo>
                    <a:pt x="19555" y="0"/>
                  </a:lnTo>
                  <a:cubicBezTo>
                    <a:pt x="22157" y="0"/>
                    <a:pt x="24652" y="1033"/>
                    <a:pt x="26492" y="2873"/>
                  </a:cubicBezTo>
                  <a:cubicBezTo>
                    <a:pt x="28331" y="4713"/>
                    <a:pt x="29365" y="7208"/>
                    <a:pt x="29365" y="9809"/>
                  </a:cubicBezTo>
                  <a:lnTo>
                    <a:pt x="29365" y="9809"/>
                  </a:lnTo>
                  <a:cubicBezTo>
                    <a:pt x="29365" y="15227"/>
                    <a:pt x="24973" y="19619"/>
                    <a:pt x="19555" y="19619"/>
                  </a:cubicBezTo>
                  <a:lnTo>
                    <a:pt x="9809" y="19619"/>
                  </a:lnTo>
                  <a:cubicBezTo>
                    <a:pt x="4392" y="19619"/>
                    <a:pt x="0" y="15227"/>
                    <a:pt x="0" y="9809"/>
                  </a:cubicBezTo>
                  <a:lnTo>
                    <a:pt x="0" y="9809"/>
                  </a:lnTo>
                  <a:cubicBezTo>
                    <a:pt x="0" y="4392"/>
                    <a:pt x="4392" y="0"/>
                    <a:pt x="98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9365" cy="57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4853828" y="8183229"/>
            <a:ext cx="2405472" cy="1075071"/>
          </a:xfrm>
          <a:custGeom>
            <a:avLst/>
            <a:gdLst/>
            <a:ahLst/>
            <a:cxnLst/>
            <a:rect r="r" b="b" t="t" l="l"/>
            <a:pathLst>
              <a:path h="1075071" w="2405472">
                <a:moveTo>
                  <a:pt x="0" y="0"/>
                </a:moveTo>
                <a:lnTo>
                  <a:pt x="2405472" y="0"/>
                </a:lnTo>
                <a:lnTo>
                  <a:pt x="2405472" y="1075071"/>
                </a:lnTo>
                <a:lnTo>
                  <a:pt x="0" y="10750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1190025" y="4224007"/>
            <a:ext cx="4140436" cy="1696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90"/>
              </a:lnSpc>
            </a:pPr>
            <a:r>
              <a:rPr lang="en-US" sz="12790" spc="-639" b="true">
                <a:solidFill>
                  <a:srgbClr val="555555"/>
                </a:solidFill>
                <a:latin typeface="TT Norms Bold"/>
                <a:ea typeface="TT Norms Bold"/>
                <a:cs typeface="TT Norms Bold"/>
                <a:sym typeface="TT Norms Bold"/>
              </a:rPr>
              <a:t>Teyka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01257" y="3522538"/>
            <a:ext cx="8095791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b="true" sz="1900" spc="273">
                <a:solidFill>
                  <a:srgbClr val="A6A6A6"/>
                </a:solidFill>
                <a:latin typeface="TT Norms Bold"/>
                <a:ea typeface="TT Norms Bold"/>
                <a:cs typeface="TT Norms Bold"/>
                <a:sym typeface="TT Norms Bold"/>
              </a:rPr>
              <a:t>GANADOR EN IMPACTHON 2026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10782" y="6020835"/>
            <a:ext cx="341635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b="true" sz="2300" spc="331">
                <a:solidFill>
                  <a:srgbClr val="8F8F8F"/>
                </a:solidFill>
                <a:latin typeface="TT Norms Bold"/>
                <a:ea typeface="TT Norms Bold"/>
                <a:cs typeface="TT Norms Bold"/>
                <a:sym typeface="TT Norms Bold"/>
              </a:rPr>
              <a:t>“TAKE A BREAK”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487404"/>
            <a:ext cx="7315200" cy="3465576"/>
          </a:xfrm>
          <a:custGeom>
            <a:avLst/>
            <a:gdLst/>
            <a:ahLst/>
            <a:cxnLst/>
            <a:rect r="r" b="b" t="t" l="l"/>
            <a:pathLst>
              <a:path h="3465576" w="7315200">
                <a:moveTo>
                  <a:pt x="0" y="0"/>
                </a:moveTo>
                <a:lnTo>
                  <a:pt x="7315200" y="0"/>
                </a:lnTo>
                <a:lnTo>
                  <a:pt x="7315200" y="3465576"/>
                </a:lnTo>
                <a:lnTo>
                  <a:pt x="0" y="3465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5039402" y="6541553"/>
            <a:ext cx="3304498" cy="0"/>
          </a:xfrm>
          <a:prstGeom prst="line">
            <a:avLst/>
          </a:prstGeom>
          <a:ln cap="flat" w="95250">
            <a:solidFill>
              <a:srgbClr val="065B7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506472" y="4162792"/>
            <a:ext cx="2149983" cy="4114800"/>
          </a:xfrm>
          <a:custGeom>
            <a:avLst/>
            <a:gdLst/>
            <a:ahLst/>
            <a:cxnLst/>
            <a:rect r="r" b="b" t="t" l="l"/>
            <a:pathLst>
              <a:path h="4114800" w="2149983">
                <a:moveTo>
                  <a:pt x="0" y="0"/>
                </a:moveTo>
                <a:lnTo>
                  <a:pt x="2149983" y="0"/>
                </a:lnTo>
                <a:lnTo>
                  <a:pt x="21499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2062539"/>
            <a:ext cx="8115300" cy="7195761"/>
          </a:xfrm>
          <a:custGeom>
            <a:avLst/>
            <a:gdLst/>
            <a:ahLst/>
            <a:cxnLst/>
            <a:rect r="r" b="b" t="t" l="l"/>
            <a:pathLst>
              <a:path h="7195761" w="8115300">
                <a:moveTo>
                  <a:pt x="0" y="0"/>
                </a:moveTo>
                <a:lnTo>
                  <a:pt x="8115300" y="0"/>
                </a:lnTo>
                <a:lnTo>
                  <a:pt x="8115300" y="7195761"/>
                </a:lnTo>
                <a:lnTo>
                  <a:pt x="0" y="71957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9269" t="-65557" r="-11879" b="-26743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201900" y="1750961"/>
            <a:ext cx="1363947" cy="7325585"/>
            <a:chOff x="0" y="0"/>
            <a:chExt cx="359229" cy="19293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9229" cy="1929372"/>
            </a:xfrm>
            <a:custGeom>
              <a:avLst/>
              <a:gdLst/>
              <a:ahLst/>
              <a:cxnLst/>
              <a:rect r="r" b="b" t="t" l="l"/>
              <a:pathLst>
                <a:path h="1929372" w="359229">
                  <a:moveTo>
                    <a:pt x="179614" y="0"/>
                  </a:moveTo>
                  <a:lnTo>
                    <a:pt x="179614" y="0"/>
                  </a:lnTo>
                  <a:cubicBezTo>
                    <a:pt x="278813" y="0"/>
                    <a:pt x="359229" y="80416"/>
                    <a:pt x="359229" y="179614"/>
                  </a:cubicBezTo>
                  <a:lnTo>
                    <a:pt x="359229" y="1749758"/>
                  </a:lnTo>
                  <a:cubicBezTo>
                    <a:pt x="359229" y="1797395"/>
                    <a:pt x="340305" y="1843080"/>
                    <a:pt x="306621" y="1876764"/>
                  </a:cubicBezTo>
                  <a:cubicBezTo>
                    <a:pt x="272937" y="1910449"/>
                    <a:pt x="227251" y="1929372"/>
                    <a:pt x="179614" y="1929372"/>
                  </a:cubicBezTo>
                  <a:lnTo>
                    <a:pt x="179614" y="1929372"/>
                  </a:lnTo>
                  <a:cubicBezTo>
                    <a:pt x="131978" y="1929372"/>
                    <a:pt x="86292" y="1910449"/>
                    <a:pt x="52608" y="1876764"/>
                  </a:cubicBezTo>
                  <a:cubicBezTo>
                    <a:pt x="18924" y="1843080"/>
                    <a:pt x="0" y="1797395"/>
                    <a:pt x="0" y="1749758"/>
                  </a:cubicBezTo>
                  <a:lnTo>
                    <a:pt x="0" y="179614"/>
                  </a:lnTo>
                  <a:cubicBezTo>
                    <a:pt x="0" y="131978"/>
                    <a:pt x="18924" y="86292"/>
                    <a:pt x="52608" y="52608"/>
                  </a:cubicBezTo>
                  <a:cubicBezTo>
                    <a:pt x="86292" y="18924"/>
                    <a:pt x="131978" y="0"/>
                    <a:pt x="179614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59229" cy="1967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496229"/>
            <a:ext cx="6768796" cy="204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05"/>
              </a:lnSpc>
              <a:spcBef>
                <a:spcPct val="0"/>
              </a:spcBef>
            </a:pPr>
            <a:r>
              <a:rPr lang="en-US" b="true" sz="7905" spc="-395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Encontrar picos de </a:t>
            </a:r>
            <a:r>
              <a:rPr lang="en-US" b="true" sz="7905" spc="-395">
                <a:solidFill>
                  <a:srgbClr val="E15F51"/>
                </a:solidFill>
                <a:latin typeface="TT Norms Bold"/>
                <a:ea typeface="TT Norms Bold"/>
                <a:cs typeface="TT Norms Bold"/>
                <a:sym typeface="TT Norms Bold"/>
              </a:rPr>
              <a:t>saturación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08191" y="-1612541"/>
            <a:ext cx="18288000" cy="11899541"/>
            <a:chOff x="0" y="0"/>
            <a:chExt cx="4816593" cy="3134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134035"/>
            </a:xfrm>
            <a:custGeom>
              <a:avLst/>
              <a:gdLst/>
              <a:ahLst/>
              <a:cxnLst/>
              <a:rect r="r" b="b" t="t" l="l"/>
              <a:pathLst>
                <a:path h="313403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134035"/>
                  </a:lnTo>
                  <a:lnTo>
                    <a:pt x="0" y="3134035"/>
                  </a:lnTo>
                  <a:close/>
                </a:path>
              </a:pathLst>
            </a:custGeom>
            <a:solidFill>
              <a:srgbClr val="A6A6A6">
                <a:alpha val="4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1721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235"/>
            <a:ext cx="2950061" cy="10285765"/>
            <a:chOff x="0" y="0"/>
            <a:chExt cx="776971" cy="27090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6971" cy="2709008"/>
            </a:xfrm>
            <a:custGeom>
              <a:avLst/>
              <a:gdLst/>
              <a:ahLst/>
              <a:cxnLst/>
              <a:rect r="r" b="b" t="t" l="l"/>
              <a:pathLst>
                <a:path h="2709008" w="776971">
                  <a:moveTo>
                    <a:pt x="0" y="0"/>
                  </a:moveTo>
                  <a:lnTo>
                    <a:pt x="776971" y="0"/>
                  </a:lnTo>
                  <a:lnTo>
                    <a:pt x="776971" y="2709008"/>
                  </a:lnTo>
                  <a:lnTo>
                    <a:pt x="0" y="27090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76971" cy="2747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29946" y="1029317"/>
            <a:ext cx="14828108" cy="8229600"/>
          </a:xfrm>
          <a:custGeom>
            <a:avLst/>
            <a:gdLst/>
            <a:ahLst/>
            <a:cxnLst/>
            <a:rect r="r" b="b" t="t" l="l"/>
            <a:pathLst>
              <a:path h="8229600" w="14828108">
                <a:moveTo>
                  <a:pt x="0" y="0"/>
                </a:moveTo>
                <a:lnTo>
                  <a:pt x="14828108" y="0"/>
                </a:lnTo>
                <a:lnTo>
                  <a:pt x="148281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949822" y="7142904"/>
            <a:ext cx="819242" cy="801341"/>
            <a:chOff x="0" y="0"/>
            <a:chExt cx="215767" cy="2110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5767" cy="211053"/>
            </a:xfrm>
            <a:custGeom>
              <a:avLst/>
              <a:gdLst/>
              <a:ahLst/>
              <a:cxnLst/>
              <a:rect r="r" b="b" t="t" l="l"/>
              <a:pathLst>
                <a:path h="211053" w="215767">
                  <a:moveTo>
                    <a:pt x="0" y="0"/>
                  </a:moveTo>
                  <a:lnTo>
                    <a:pt x="215767" y="0"/>
                  </a:lnTo>
                  <a:lnTo>
                    <a:pt x="215767" y="211053"/>
                  </a:lnTo>
                  <a:lnTo>
                    <a:pt x="0" y="211053"/>
                  </a:lnTo>
                  <a:close/>
                </a:path>
              </a:pathLst>
            </a:custGeom>
            <a:solidFill>
              <a:srgbClr val="64CD7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5767" cy="2491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202112" y="7133379"/>
            <a:ext cx="409666" cy="726680"/>
          </a:xfrm>
          <a:custGeom>
            <a:avLst/>
            <a:gdLst/>
            <a:ahLst/>
            <a:cxnLst/>
            <a:rect r="r" b="b" t="t" l="l"/>
            <a:pathLst>
              <a:path h="726680" w="409666">
                <a:moveTo>
                  <a:pt x="0" y="0"/>
                </a:moveTo>
                <a:lnTo>
                  <a:pt x="409666" y="0"/>
                </a:lnTo>
                <a:lnTo>
                  <a:pt x="409666" y="726680"/>
                </a:lnTo>
                <a:lnTo>
                  <a:pt x="0" y="726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949822" y="1544285"/>
            <a:ext cx="819242" cy="801341"/>
            <a:chOff x="0" y="0"/>
            <a:chExt cx="215767" cy="2110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5767" cy="211053"/>
            </a:xfrm>
            <a:custGeom>
              <a:avLst/>
              <a:gdLst/>
              <a:ahLst/>
              <a:cxnLst/>
              <a:rect r="r" b="b" t="t" l="l"/>
              <a:pathLst>
                <a:path h="211053" w="215767">
                  <a:moveTo>
                    <a:pt x="0" y="0"/>
                  </a:moveTo>
                  <a:lnTo>
                    <a:pt x="215767" y="0"/>
                  </a:lnTo>
                  <a:lnTo>
                    <a:pt x="215767" y="211053"/>
                  </a:lnTo>
                  <a:lnTo>
                    <a:pt x="0" y="211053"/>
                  </a:lnTo>
                  <a:close/>
                </a:path>
              </a:pathLst>
            </a:custGeom>
            <a:solidFill>
              <a:srgbClr val="CA695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5767" cy="2491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082926" y="1761785"/>
            <a:ext cx="686138" cy="583841"/>
          </a:xfrm>
          <a:custGeom>
            <a:avLst/>
            <a:gdLst/>
            <a:ahLst/>
            <a:cxnLst/>
            <a:rect r="r" b="b" t="t" l="l"/>
            <a:pathLst>
              <a:path h="583841" w="686138">
                <a:moveTo>
                  <a:pt x="0" y="0"/>
                </a:moveTo>
                <a:lnTo>
                  <a:pt x="686138" y="0"/>
                </a:lnTo>
                <a:lnTo>
                  <a:pt x="686138" y="583841"/>
                </a:lnTo>
                <a:lnTo>
                  <a:pt x="0" y="5838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2440" y="3834125"/>
            <a:ext cx="2469110" cy="2586764"/>
          </a:xfrm>
          <a:custGeom>
            <a:avLst/>
            <a:gdLst/>
            <a:ahLst/>
            <a:cxnLst/>
            <a:rect r="r" b="b" t="t" l="l"/>
            <a:pathLst>
              <a:path h="2586764" w="2469110">
                <a:moveTo>
                  <a:pt x="0" y="0"/>
                </a:moveTo>
                <a:lnTo>
                  <a:pt x="2469110" y="0"/>
                </a:lnTo>
                <a:lnTo>
                  <a:pt x="2469110" y="2586765"/>
                </a:lnTo>
                <a:lnTo>
                  <a:pt x="0" y="25867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480" t="-15508" r="-24050" b="-451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01658" y="1094515"/>
            <a:ext cx="12956754" cy="8097971"/>
          </a:xfrm>
          <a:custGeom>
            <a:avLst/>
            <a:gdLst/>
            <a:ahLst/>
            <a:cxnLst/>
            <a:rect r="r" b="b" t="t" l="l"/>
            <a:pathLst>
              <a:path h="8097971" w="12956754">
                <a:moveTo>
                  <a:pt x="0" y="0"/>
                </a:moveTo>
                <a:lnTo>
                  <a:pt x="12956753" y="0"/>
                </a:lnTo>
                <a:lnTo>
                  <a:pt x="12956753" y="8097970"/>
                </a:lnTo>
                <a:lnTo>
                  <a:pt x="0" y="8097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89034" y="3953264"/>
            <a:ext cx="6688045" cy="274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0"/>
              </a:lnSpc>
            </a:pPr>
            <a:r>
              <a:rPr lang="en-US" sz="20660" spc="-1033" b="true">
                <a:solidFill>
                  <a:srgbClr val="555555"/>
                </a:solidFill>
                <a:latin typeface="TT Norms Bold"/>
                <a:ea typeface="TT Norms Bold"/>
                <a:cs typeface="TT Norms Bold"/>
                <a:sym typeface="TT Norms Bold"/>
              </a:rPr>
              <a:t>Teyka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27924" y="6607827"/>
            <a:ext cx="6942615" cy="77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3"/>
              </a:lnSpc>
            </a:pPr>
            <a:r>
              <a:rPr lang="en-US" b="true" sz="4673" spc="673">
                <a:solidFill>
                  <a:srgbClr val="8F8F8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DEMO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2081828" cy="8229600"/>
          </a:xfrm>
          <a:custGeom>
            <a:avLst/>
            <a:gdLst/>
            <a:ahLst/>
            <a:cxnLst/>
            <a:rect r="r" b="b" t="t" l="l"/>
            <a:pathLst>
              <a:path h="8229600" w="12081828">
                <a:moveTo>
                  <a:pt x="0" y="0"/>
                </a:moveTo>
                <a:lnTo>
                  <a:pt x="12081828" y="0"/>
                </a:lnTo>
                <a:lnTo>
                  <a:pt x="1208182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40" r="0" b="-5038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10528" y="4098224"/>
            <a:ext cx="4148772" cy="3069524"/>
          </a:xfrm>
          <a:custGeom>
            <a:avLst/>
            <a:gdLst/>
            <a:ahLst/>
            <a:cxnLst/>
            <a:rect r="r" b="b" t="t" l="l"/>
            <a:pathLst>
              <a:path h="3069524" w="4148772">
                <a:moveTo>
                  <a:pt x="0" y="0"/>
                </a:moveTo>
                <a:lnTo>
                  <a:pt x="4148772" y="0"/>
                </a:lnTo>
                <a:lnTo>
                  <a:pt x="4148772" y="3069523"/>
                </a:lnTo>
                <a:lnTo>
                  <a:pt x="0" y="30695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590" t="-402117" r="-261220" b="-5066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33283" y="1485739"/>
            <a:ext cx="3295046" cy="2612484"/>
          </a:xfrm>
          <a:custGeom>
            <a:avLst/>
            <a:gdLst/>
            <a:ahLst/>
            <a:cxnLst/>
            <a:rect r="r" b="b" t="t" l="l"/>
            <a:pathLst>
              <a:path h="2612484" w="3295046">
                <a:moveTo>
                  <a:pt x="0" y="0"/>
                </a:moveTo>
                <a:lnTo>
                  <a:pt x="3295046" y="0"/>
                </a:lnTo>
                <a:lnTo>
                  <a:pt x="3295046" y="2612485"/>
                </a:lnTo>
                <a:lnTo>
                  <a:pt x="0" y="26124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-140371" t="-357241" r="-139047" b="-4613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33283" y="6645816"/>
            <a:ext cx="3303263" cy="2612484"/>
          </a:xfrm>
          <a:custGeom>
            <a:avLst/>
            <a:gdLst/>
            <a:ahLst/>
            <a:cxnLst/>
            <a:rect r="r" b="b" t="t" l="l"/>
            <a:pathLst>
              <a:path h="2612484" w="3303263">
                <a:moveTo>
                  <a:pt x="0" y="0"/>
                </a:moveTo>
                <a:lnTo>
                  <a:pt x="3303263" y="0"/>
                </a:lnTo>
                <a:lnTo>
                  <a:pt x="3303263" y="2612484"/>
                </a:lnTo>
                <a:lnTo>
                  <a:pt x="0" y="2612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-255358" t="-357241" r="-23117" b="-46138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58631" y="2380400"/>
            <a:ext cx="5175122" cy="274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0"/>
              </a:lnSpc>
            </a:pPr>
            <a:r>
              <a:rPr lang="en-US" b="true" sz="20660" spc="-1033">
                <a:solidFill>
                  <a:srgbClr val="065B7A"/>
                </a:solidFill>
                <a:latin typeface="TT Norms Bold"/>
                <a:ea typeface="TT Norms Bold"/>
                <a:cs typeface="TT Norms Bold"/>
                <a:sym typeface="TT Norms Bold"/>
              </a:rPr>
              <a:t>12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2475" y="2384796"/>
            <a:ext cx="4769166" cy="2521819"/>
            <a:chOff x="0" y="0"/>
            <a:chExt cx="1256077" cy="6641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6077" cy="664183"/>
            </a:xfrm>
            <a:custGeom>
              <a:avLst/>
              <a:gdLst/>
              <a:ahLst/>
              <a:cxnLst/>
              <a:rect r="r" b="b" t="t" l="l"/>
              <a:pathLst>
                <a:path h="664183" w="1256077">
                  <a:moveTo>
                    <a:pt x="162333" y="0"/>
                  </a:moveTo>
                  <a:lnTo>
                    <a:pt x="1093744" y="0"/>
                  </a:lnTo>
                  <a:cubicBezTo>
                    <a:pt x="1183398" y="0"/>
                    <a:pt x="1256077" y="72679"/>
                    <a:pt x="1256077" y="162333"/>
                  </a:cubicBezTo>
                  <a:lnTo>
                    <a:pt x="1256077" y="501850"/>
                  </a:lnTo>
                  <a:cubicBezTo>
                    <a:pt x="1256077" y="591504"/>
                    <a:pt x="1183398" y="664183"/>
                    <a:pt x="1093744" y="664183"/>
                  </a:cubicBezTo>
                  <a:lnTo>
                    <a:pt x="162333" y="664183"/>
                  </a:lnTo>
                  <a:cubicBezTo>
                    <a:pt x="72679" y="664183"/>
                    <a:pt x="0" y="591504"/>
                    <a:pt x="0" y="501850"/>
                  </a:cubicBezTo>
                  <a:lnTo>
                    <a:pt x="0" y="162333"/>
                  </a:lnTo>
                  <a:cubicBezTo>
                    <a:pt x="0" y="72679"/>
                    <a:pt x="72679" y="0"/>
                    <a:pt x="162333" y="0"/>
                  </a:cubicBezTo>
                  <a:close/>
                </a:path>
              </a:pathLst>
            </a:custGeom>
            <a:ln w="57150" cap="rnd">
              <a:solidFill>
                <a:srgbClr val="065B7A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56077" cy="70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13393" y="5334761"/>
            <a:ext cx="4769166" cy="2521819"/>
            <a:chOff x="0" y="0"/>
            <a:chExt cx="1256077" cy="6641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6077" cy="664183"/>
            </a:xfrm>
            <a:custGeom>
              <a:avLst/>
              <a:gdLst/>
              <a:ahLst/>
              <a:cxnLst/>
              <a:rect r="r" b="b" t="t" l="l"/>
              <a:pathLst>
                <a:path h="664183" w="1256077">
                  <a:moveTo>
                    <a:pt x="162333" y="0"/>
                  </a:moveTo>
                  <a:lnTo>
                    <a:pt x="1093744" y="0"/>
                  </a:lnTo>
                  <a:cubicBezTo>
                    <a:pt x="1183398" y="0"/>
                    <a:pt x="1256077" y="72679"/>
                    <a:pt x="1256077" y="162333"/>
                  </a:cubicBezTo>
                  <a:lnTo>
                    <a:pt x="1256077" y="501850"/>
                  </a:lnTo>
                  <a:cubicBezTo>
                    <a:pt x="1256077" y="591504"/>
                    <a:pt x="1183398" y="664183"/>
                    <a:pt x="1093744" y="664183"/>
                  </a:cubicBezTo>
                  <a:lnTo>
                    <a:pt x="162333" y="664183"/>
                  </a:lnTo>
                  <a:cubicBezTo>
                    <a:pt x="72679" y="664183"/>
                    <a:pt x="0" y="591504"/>
                    <a:pt x="0" y="501850"/>
                  </a:cubicBezTo>
                  <a:lnTo>
                    <a:pt x="0" y="162333"/>
                  </a:lnTo>
                  <a:cubicBezTo>
                    <a:pt x="0" y="72679"/>
                    <a:pt x="72679" y="0"/>
                    <a:pt x="162333" y="0"/>
                  </a:cubicBezTo>
                  <a:close/>
                </a:path>
              </a:pathLst>
            </a:custGeom>
            <a:ln w="57150" cap="rnd">
              <a:solidFill>
                <a:srgbClr val="065B7A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56077" cy="702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068821" y="2428554"/>
            <a:ext cx="2282829" cy="2057400"/>
          </a:xfrm>
          <a:custGeom>
            <a:avLst/>
            <a:gdLst/>
            <a:ahLst/>
            <a:cxnLst/>
            <a:rect r="r" b="b" t="t" l="l"/>
            <a:pathLst>
              <a:path h="2057400" w="2282829">
                <a:moveTo>
                  <a:pt x="0" y="0"/>
                </a:moveTo>
                <a:lnTo>
                  <a:pt x="2282830" y="0"/>
                </a:lnTo>
                <a:lnTo>
                  <a:pt x="228283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481260" y="1321677"/>
            <a:ext cx="5329863" cy="79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72"/>
              </a:lnSpc>
              <a:spcBef>
                <a:spcPct val="0"/>
              </a:spcBef>
            </a:pPr>
            <a:r>
              <a:rPr lang="en-US" b="true" sz="6072" spc="-303">
                <a:solidFill>
                  <a:srgbClr val="8F8F8F"/>
                </a:solidFill>
                <a:latin typeface="TT Norms Bold"/>
                <a:ea typeface="TT Norms Bold"/>
                <a:cs typeface="TT Norms Bold"/>
                <a:sym typeface="TT Norms Bold"/>
              </a:rPr>
              <a:t>ROI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0639" y="2930405"/>
            <a:ext cx="5329863" cy="155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2"/>
              </a:lnSpc>
            </a:pPr>
            <a:r>
              <a:rPr lang="en-US" b="true" sz="6072" spc="-303">
                <a:solidFill>
                  <a:srgbClr val="8F8F8F"/>
                </a:solidFill>
                <a:latin typeface="TT Norms Bold"/>
                <a:ea typeface="TT Norms Bold"/>
                <a:cs typeface="TT Norms Bold"/>
                <a:sym typeface="TT Norms Bold"/>
              </a:rPr>
              <a:t>Modelo</a:t>
            </a:r>
          </a:p>
          <a:p>
            <a:pPr algn="ctr" marL="0" indent="0" lvl="0">
              <a:lnSpc>
                <a:spcPts val="6072"/>
              </a:lnSpc>
              <a:spcBef>
                <a:spcPct val="0"/>
              </a:spcBef>
            </a:pPr>
            <a:r>
              <a:rPr lang="en-US" b="true" sz="6072" spc="-303">
                <a:solidFill>
                  <a:srgbClr val="8F8F8F"/>
                </a:solidFill>
                <a:latin typeface="TT Norms Bold"/>
                <a:ea typeface="TT Norms Bold"/>
                <a:cs typeface="TT Norms Bold"/>
                <a:sym typeface="TT Norms Bold"/>
              </a:rPr>
              <a:t>asset-light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2127" y="5907089"/>
            <a:ext cx="5329863" cy="155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2"/>
              </a:lnSpc>
            </a:pPr>
            <a:r>
              <a:rPr lang="en-US" b="true" sz="6072" spc="-303">
                <a:solidFill>
                  <a:srgbClr val="8F8F8F"/>
                </a:solidFill>
                <a:latin typeface="TT Norms Bold"/>
                <a:ea typeface="TT Norms Bold"/>
                <a:cs typeface="TT Norms Bold"/>
                <a:sym typeface="TT Norms Bold"/>
              </a:rPr>
              <a:t>Estructura</a:t>
            </a:r>
          </a:p>
          <a:p>
            <a:pPr algn="ctr" marL="0" indent="0" lvl="0">
              <a:lnSpc>
                <a:spcPts val="6072"/>
              </a:lnSpc>
              <a:spcBef>
                <a:spcPct val="0"/>
              </a:spcBef>
            </a:pPr>
            <a:r>
              <a:rPr lang="en-US" b="true" sz="6072" spc="-303">
                <a:solidFill>
                  <a:srgbClr val="8F8F8F"/>
                </a:solidFill>
                <a:latin typeface="TT Norms Bold"/>
                <a:ea typeface="TT Norms Bold"/>
                <a:cs typeface="TT Norms Bold"/>
                <a:sym typeface="TT Norms Bold"/>
              </a:rPr>
              <a:t>elástica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58631" y="5128735"/>
            <a:ext cx="5175122" cy="274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0"/>
              </a:lnSpc>
            </a:pPr>
            <a:r>
              <a:rPr lang="en-US" b="true" sz="20660" spc="-1033">
                <a:solidFill>
                  <a:srgbClr val="64CD71"/>
                </a:solidFill>
                <a:latin typeface="TT Norms Bold"/>
                <a:ea typeface="TT Norms Bold"/>
                <a:cs typeface="TT Norms Bold"/>
                <a:sym typeface="TT Norms Bold"/>
              </a:rPr>
              <a:t>70%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81260" y="7534723"/>
            <a:ext cx="5329863" cy="155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72"/>
              </a:lnSpc>
              <a:spcBef>
                <a:spcPct val="0"/>
              </a:spcBef>
            </a:pPr>
            <a:r>
              <a:rPr lang="en-US" b="true" sz="6072" spc="-303">
                <a:solidFill>
                  <a:srgbClr val="8F8F8F"/>
                </a:solidFill>
                <a:latin typeface="TT Norms Bold"/>
                <a:ea typeface="TT Norms Bold"/>
                <a:cs typeface="TT Norms Bold"/>
                <a:sym typeface="TT Norms Bold"/>
              </a:rPr>
              <a:t>márgen de beneficio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16507" y="98876"/>
            <a:ext cx="11954590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E15F5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b2b2c</a:t>
            </a:r>
          </a:p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E15F5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sdk emopresas pequeñas a grandes</a:t>
            </a:r>
          </a:p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E15F5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dashboards para empresas, evitar absentismo por burnout</a:t>
            </a:r>
          </a:p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E15F5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76% jóvenes que quieren dejar el movil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9124950" y="1003484"/>
            <a:ext cx="19050" cy="818321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57632" y="5082647"/>
            <a:ext cx="1620166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59372" y="1133475"/>
            <a:ext cx="3421365" cy="70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7"/>
              </a:lnSpc>
              <a:spcBef>
                <a:spcPct val="0"/>
              </a:spcBef>
            </a:pPr>
            <a:r>
              <a:rPr lang="en-US" b="true" sz="5377" spc="-268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Debilidades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23769" y="1108259"/>
            <a:ext cx="3008297" cy="70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7"/>
              </a:lnSpc>
              <a:spcBef>
                <a:spcPct val="0"/>
              </a:spcBef>
            </a:pPr>
            <a:r>
              <a:rPr lang="en-US" b="true" sz="5377" spc="-268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Amenazas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23769" y="5244111"/>
            <a:ext cx="4394576" cy="70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7"/>
              </a:lnSpc>
              <a:spcBef>
                <a:spcPct val="0"/>
              </a:spcBef>
            </a:pPr>
            <a:r>
              <a:rPr lang="en-US" b="true" sz="5377" spc="-268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Oportunidades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7632" y="5338439"/>
            <a:ext cx="2957058" cy="70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7"/>
              </a:lnSpc>
              <a:spcBef>
                <a:spcPct val="0"/>
              </a:spcBef>
            </a:pPr>
            <a:r>
              <a:rPr lang="en-US" b="true" sz="5377" spc="-268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Fortalezas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7632" y="6083092"/>
            <a:ext cx="6911908" cy="364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600" spc="-13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El equipo de desarrollo somos nosotros</a:t>
            </a:r>
          </a:p>
          <a:p>
            <a:pPr algn="l">
              <a:lnSpc>
                <a:spcPts val="2600"/>
              </a:lnSpc>
            </a:pPr>
            <a:r>
              <a:rPr lang="en-US" sz="2600" spc="-13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Inversión inicial mínima</a:t>
            </a:r>
          </a:p>
          <a:p>
            <a:pPr algn="l">
              <a:lnSpc>
                <a:spcPts val="2600"/>
              </a:lnSpc>
            </a:pPr>
            <a:r>
              <a:rPr lang="en-US" sz="2600" spc="-13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El prototipo se podría probar ya</a:t>
            </a:r>
          </a:p>
          <a:p>
            <a:pPr algn="l">
              <a:lnSpc>
                <a:spcPts val="2600"/>
              </a:lnSpc>
            </a:pPr>
            <a:r>
              <a:rPr lang="en-US" sz="2600" spc="-130" b="true">
                <a:solidFill>
                  <a:srgbClr val="E15F51"/>
                </a:solidFill>
                <a:latin typeface="TT Norms Bold"/>
                <a:ea typeface="TT Norms Bold"/>
                <a:cs typeface="TT Norms Bold"/>
                <a:sym typeface="TT Norms Bold"/>
              </a:rPr>
              <a:t>Vamos a hacer un pequeño test con estudiantes</a:t>
            </a:r>
          </a:p>
          <a:p>
            <a:pPr algn="l">
              <a:lnSpc>
                <a:spcPts val="2600"/>
              </a:lnSpc>
            </a:pPr>
            <a:r>
              <a:rPr lang="en-US" sz="2600" spc="-13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Capacidad para ptoteger datos y manejarlos en el borde (EDGE)</a:t>
            </a:r>
          </a:p>
          <a:p>
            <a:pPr algn="l">
              <a:lnSpc>
                <a:spcPts val="2600"/>
              </a:lnSpc>
            </a:pPr>
            <a:r>
              <a:rPr lang="en-US" sz="2600" spc="-13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Desarollado sobre privacy by design</a:t>
            </a:r>
          </a:p>
          <a:p>
            <a:pPr algn="l">
              <a:lnSpc>
                <a:spcPts val="2600"/>
              </a:lnSpc>
            </a:pPr>
            <a:r>
              <a:rPr lang="en-US" sz="2600" spc="-13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Impacthon con el primer premio GEM con jurado del sector</a:t>
            </a:r>
          </a:p>
          <a:p>
            <a:pPr algn="l">
              <a:lnSpc>
                <a:spcPts val="2600"/>
              </a:lnSpc>
            </a:pPr>
            <a:r>
              <a:rPr lang="en-US" sz="2600" spc="-13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Fundamento médico y fisiológico</a:t>
            </a:r>
          </a:p>
          <a:p>
            <a:pPr algn="l">
              <a:lnSpc>
                <a:spcPts val="2600"/>
              </a:lnSpc>
              <a:spcBef>
                <a:spcPct val="0"/>
              </a:spcBef>
            </a:pPr>
            <a:r>
              <a:rPr lang="en-US" b="true" sz="2600" spc="-13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Asociación con socios clave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23769" y="1987648"/>
            <a:ext cx="6911908" cy="2618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600" spc="-13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Dificultad de inicio para hacer acuerdos con grandes fabricantes</a:t>
            </a:r>
          </a:p>
          <a:p>
            <a:pPr algn="l">
              <a:lnSpc>
                <a:spcPts val="2600"/>
              </a:lnSpc>
            </a:pPr>
            <a:r>
              <a:rPr lang="en-US" sz="2600" spc="-130" b="true">
                <a:solidFill>
                  <a:srgbClr val="E15F51"/>
                </a:solidFill>
                <a:latin typeface="TT Norms Bold"/>
                <a:ea typeface="TT Norms Bold"/>
                <a:cs typeface="TT Norms Bold"/>
                <a:sym typeface="TT Norms Bold"/>
              </a:rPr>
              <a:t>Empezar con fabricantes más pequeños para mitigar y aportar a ambos lados</a:t>
            </a:r>
          </a:p>
          <a:p>
            <a:pPr algn="l">
              <a:lnSpc>
                <a:spcPts val="2600"/>
              </a:lnSpc>
            </a:pPr>
            <a:r>
              <a:rPr lang="en-US" sz="2600" spc="-130" b="true">
                <a:solidFill>
                  <a:srgbClr val="020202"/>
                </a:solidFill>
                <a:latin typeface="TT Norms Bold"/>
                <a:ea typeface="TT Norms Bold"/>
                <a:cs typeface="TT Norms Bold"/>
                <a:sym typeface="TT Norms Bold"/>
              </a:rPr>
              <a:t>Preocupación de los usuarios por sus datos</a:t>
            </a:r>
          </a:p>
          <a:p>
            <a:pPr algn="l">
              <a:lnSpc>
                <a:spcPts val="2600"/>
              </a:lnSpc>
            </a:pPr>
            <a:r>
              <a:rPr lang="en-US" sz="2600" spc="-130" b="true">
                <a:solidFill>
                  <a:srgbClr val="020202"/>
                </a:solidFill>
                <a:latin typeface="TT Norms Bold"/>
                <a:ea typeface="TT Norms Bold"/>
                <a:cs typeface="TT Norms Bold"/>
                <a:sym typeface="TT Norms Bold"/>
              </a:rPr>
              <a:t>Aparición de competencia fuerte (incidir en diferenciación)</a:t>
            </a:r>
          </a:p>
          <a:p>
            <a:pPr algn="l">
              <a:lnSpc>
                <a:spcPts val="2600"/>
              </a:lnSpc>
              <a:spcBef>
                <a:spcPct val="0"/>
              </a:spcBef>
            </a:pPr>
            <a:r>
              <a:rPr lang="en-US" b="true" sz="2600" spc="-130">
                <a:solidFill>
                  <a:srgbClr val="020202"/>
                </a:solidFill>
                <a:latin typeface="TT Norms Bold"/>
                <a:ea typeface="TT Norms Bold"/>
                <a:cs typeface="TT Norms Bold"/>
                <a:sym typeface="TT Norms Bold"/>
              </a:rPr>
              <a:t>Cambios legislativos y políticas </a:t>
            </a:r>
            <a:r>
              <a:rPr lang="en-US" b="true" sz="2600" spc="-130">
                <a:solidFill>
                  <a:srgbClr val="E15F51"/>
                </a:solidFill>
                <a:latin typeface="TT Norms Bold"/>
                <a:ea typeface="TT Norms Bold"/>
                <a:cs typeface="TT Norms Bold"/>
                <a:sym typeface="TT Norms Bold"/>
              </a:rPr>
              <a:t>(estudiarlo)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7632" y="1987648"/>
            <a:ext cx="6911908" cy="294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600" spc="-13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Necesidad de validar hipótesis con expertos médicos</a:t>
            </a:r>
          </a:p>
          <a:p>
            <a:pPr algn="l">
              <a:lnSpc>
                <a:spcPts val="2600"/>
              </a:lnSpc>
            </a:pPr>
            <a:r>
              <a:rPr lang="en-US" sz="2600" spc="-130" b="true">
                <a:solidFill>
                  <a:srgbClr val="E15F51"/>
                </a:solidFill>
                <a:latin typeface="TT Norms Bold"/>
                <a:ea typeface="TT Norms Bold"/>
                <a:cs typeface="TT Norms Bold"/>
                <a:sym typeface="TT Norms Bold"/>
              </a:rPr>
              <a:t>Identificando focus group de expertos</a:t>
            </a:r>
          </a:p>
          <a:p>
            <a:pPr algn="l">
              <a:lnSpc>
                <a:spcPts val="2600"/>
              </a:lnSpc>
            </a:pPr>
            <a:r>
              <a:rPr lang="en-US" sz="2600" spc="-13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Necesidad de asegurar las fases de escalado acorde al volumen de usuarios</a:t>
            </a:r>
          </a:p>
          <a:p>
            <a:pPr algn="l">
              <a:lnSpc>
                <a:spcPts val="2600"/>
              </a:lnSpc>
            </a:pPr>
            <a:r>
              <a:rPr lang="en-US" sz="2600" spc="-130" b="true">
                <a:solidFill>
                  <a:srgbClr val="E15F51"/>
                </a:solidFill>
                <a:latin typeface="TT Norms Bold"/>
                <a:ea typeface="TT Norms Bold"/>
                <a:cs typeface="TT Norms Bold"/>
                <a:sym typeface="TT Norms Bold"/>
              </a:rPr>
              <a:t>Primeras fases muy acotadas pero el escalado aún no está planteado</a:t>
            </a:r>
          </a:p>
          <a:p>
            <a:pPr algn="l">
              <a:lnSpc>
                <a:spcPts val="2600"/>
              </a:lnSpc>
              <a:spcBef>
                <a:spcPct val="0"/>
              </a:spcBef>
            </a:pPr>
            <a:r>
              <a:rPr lang="en-US" b="true" sz="2600" spc="-13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Equipo técnico que no cubre ahora mismo todas las funciones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23769" y="6083092"/>
            <a:ext cx="6911908" cy="331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600" spc="-13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tendencia en los usuarios a usar menos el móvil</a:t>
            </a:r>
          </a:p>
          <a:p>
            <a:pPr algn="l">
              <a:lnSpc>
                <a:spcPts val="2600"/>
              </a:lnSpc>
            </a:pPr>
            <a:r>
              <a:rPr lang="en-US" sz="2600" spc="-13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Mercado en crecimiento</a:t>
            </a:r>
          </a:p>
          <a:p>
            <a:pPr algn="l">
              <a:lnSpc>
                <a:spcPts val="2600"/>
              </a:lnSpc>
            </a:pPr>
            <a:r>
              <a:rPr lang="en-US" sz="2600" spc="-13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Movernos en el entorno universitario, ofreciendoles mejor calidad de vida</a:t>
            </a:r>
          </a:p>
          <a:p>
            <a:pPr algn="l">
              <a:lnSpc>
                <a:spcPts val="2600"/>
              </a:lnSpc>
            </a:pPr>
            <a:r>
              <a:rPr lang="en-US" sz="2600" spc="-13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Comunidad, objetivos, retos...</a:t>
            </a:r>
          </a:p>
          <a:p>
            <a:pPr algn="l">
              <a:lnSpc>
                <a:spcPts val="2600"/>
              </a:lnSpc>
            </a:pPr>
            <a:r>
              <a:rPr lang="en-US" sz="2600" spc="-13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Experiencia personalizada</a:t>
            </a:r>
          </a:p>
          <a:p>
            <a:pPr algn="l">
              <a:lnSpc>
                <a:spcPts val="2600"/>
              </a:lnSpc>
            </a:pPr>
            <a:r>
              <a:rPr lang="en-US" sz="2600" spc="-130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Asociarnos  con fabricantes de sistemas de biometría para complementar el modelo</a:t>
            </a:r>
          </a:p>
          <a:p>
            <a:pPr algn="l">
              <a:lnSpc>
                <a:spcPts val="2600"/>
              </a:lnSpc>
              <a:spcBef>
                <a:spcPct val="0"/>
              </a:spcBef>
            </a:pPr>
            <a:r>
              <a:rPr lang="en-US" b="true" sz="2600" spc="-13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Nicho, especificidad, mercado controlado y validado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691830"/>
            <a:ext cx="10013762" cy="155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2"/>
              </a:lnSpc>
            </a:pPr>
            <a:r>
              <a:rPr lang="en-US" sz="6072" spc="-303" b="true">
                <a:solidFill>
                  <a:srgbClr val="64CD71"/>
                </a:solidFill>
                <a:latin typeface="TT Norms Bold"/>
                <a:ea typeface="TT Norms Bold"/>
                <a:cs typeface="TT Norms Bold"/>
                <a:sym typeface="TT Norms Bold"/>
              </a:rPr>
              <a:t>      32% más efectivo </a:t>
            </a:r>
          </a:p>
          <a:p>
            <a:pPr algn="l" marL="0" indent="0" lvl="0">
              <a:lnSpc>
                <a:spcPts val="6072"/>
              </a:lnSpc>
              <a:spcBef>
                <a:spcPct val="0"/>
              </a:spcBef>
            </a:pPr>
            <a:r>
              <a:rPr lang="en-US" b="true" sz="6072" spc="-303">
                <a:solidFill>
                  <a:srgbClr val="555555"/>
                </a:solidFill>
                <a:latin typeface="TT Norms Bold"/>
                <a:ea typeface="TT Norms Bold"/>
                <a:cs typeface="TT Norms Bold"/>
                <a:sym typeface="TT Norms Bold"/>
              </a:rPr>
              <a:t>que el control por horas de uso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619039" y="1028700"/>
            <a:ext cx="8978494" cy="9258300"/>
          </a:xfrm>
          <a:custGeom>
            <a:avLst/>
            <a:gdLst/>
            <a:ahLst/>
            <a:cxnLst/>
            <a:rect r="r" b="b" t="t" l="l"/>
            <a:pathLst>
              <a:path h="9258300" w="8978494">
                <a:moveTo>
                  <a:pt x="0" y="0"/>
                </a:moveTo>
                <a:lnTo>
                  <a:pt x="8978494" y="0"/>
                </a:lnTo>
                <a:lnTo>
                  <a:pt x="897849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3366" t="-17552" r="-68846" b="-1281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375371"/>
            <a:ext cx="10542981" cy="596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96"/>
              </a:lnSpc>
            </a:pPr>
            <a:r>
              <a:rPr lang="en-US" sz="9396" spc="-469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El </a:t>
            </a:r>
            <a:r>
              <a:rPr lang="en-US" sz="9396" spc="-469" b="true">
                <a:solidFill>
                  <a:srgbClr val="E15F51"/>
                </a:solidFill>
                <a:latin typeface="TT Norms Bold"/>
                <a:ea typeface="TT Norms Bold"/>
                <a:cs typeface="TT Norms Bold"/>
                <a:sym typeface="TT Norms Bold"/>
              </a:rPr>
              <a:t>control parental</a:t>
            </a:r>
            <a:r>
              <a:rPr lang="en-US" sz="9396" spc="-469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 </a:t>
            </a:r>
          </a:p>
          <a:p>
            <a:pPr algn="l">
              <a:lnSpc>
                <a:spcPts val="9396"/>
              </a:lnSpc>
            </a:pPr>
            <a:r>
              <a:rPr lang="en-US" sz="9396" spc="-469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y los </a:t>
            </a:r>
            <a:r>
              <a:rPr lang="en-US" sz="9396" spc="-469" b="true">
                <a:solidFill>
                  <a:srgbClr val="E15F51"/>
                </a:solidFill>
                <a:latin typeface="TT Norms Bold"/>
                <a:ea typeface="TT Norms Bold"/>
                <a:cs typeface="TT Norms Bold"/>
                <a:sym typeface="TT Norms Bold"/>
              </a:rPr>
              <a:t>bloqueos tradicionales</a:t>
            </a:r>
          </a:p>
          <a:p>
            <a:pPr algn="l" marL="0" indent="0" lvl="0">
              <a:lnSpc>
                <a:spcPts val="9396"/>
              </a:lnSpc>
              <a:spcBef>
                <a:spcPct val="0"/>
              </a:spcBef>
            </a:pPr>
            <a:r>
              <a:rPr lang="en-US" b="true" sz="9396" spc="-469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son fáciles de esquivar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7613123"/>
            <a:ext cx="649960" cy="568715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4CD7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44116" y="1600018"/>
            <a:ext cx="4271355" cy="4271355"/>
          </a:xfrm>
          <a:custGeom>
            <a:avLst/>
            <a:gdLst/>
            <a:ahLst/>
            <a:cxnLst/>
            <a:rect r="r" b="b" t="t" l="l"/>
            <a:pathLst>
              <a:path h="4271355" w="4271355">
                <a:moveTo>
                  <a:pt x="0" y="0"/>
                </a:moveTo>
                <a:lnTo>
                  <a:pt x="4271355" y="0"/>
                </a:lnTo>
                <a:lnTo>
                  <a:pt x="4271355" y="4271355"/>
                </a:lnTo>
                <a:lnTo>
                  <a:pt x="0" y="42713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87221" y="3639643"/>
            <a:ext cx="5618657" cy="5618657"/>
          </a:xfrm>
          <a:custGeom>
            <a:avLst/>
            <a:gdLst/>
            <a:ahLst/>
            <a:cxnLst/>
            <a:rect r="r" b="b" t="t" l="l"/>
            <a:pathLst>
              <a:path h="5618657" w="5618657">
                <a:moveTo>
                  <a:pt x="0" y="0"/>
                </a:moveTo>
                <a:lnTo>
                  <a:pt x="5618657" y="0"/>
                </a:lnTo>
                <a:lnTo>
                  <a:pt x="5618657" y="5618657"/>
                </a:lnTo>
                <a:lnTo>
                  <a:pt x="0" y="5618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113366" y="2484445"/>
            <a:ext cx="6773855" cy="6773855"/>
          </a:xfrm>
          <a:custGeom>
            <a:avLst/>
            <a:gdLst/>
            <a:ahLst/>
            <a:cxnLst/>
            <a:rect r="r" b="b" t="t" l="l"/>
            <a:pathLst>
              <a:path h="6773855" w="6773855">
                <a:moveTo>
                  <a:pt x="0" y="0"/>
                </a:moveTo>
                <a:lnTo>
                  <a:pt x="6773855" y="0"/>
                </a:lnTo>
                <a:lnTo>
                  <a:pt x="6773855" y="6773855"/>
                </a:lnTo>
                <a:lnTo>
                  <a:pt x="0" y="67738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52525"/>
            <a:ext cx="8943187" cy="79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72"/>
              </a:lnSpc>
              <a:spcBef>
                <a:spcPct val="0"/>
              </a:spcBef>
            </a:pPr>
            <a:r>
              <a:rPr lang="en-US" b="true" sz="6072" spc="-303">
                <a:solidFill>
                  <a:srgbClr val="8F8F8F"/>
                </a:solidFill>
                <a:latin typeface="TT Norms Bold"/>
                <a:ea typeface="TT Norms Bold"/>
                <a:cs typeface="TT Norms Bold"/>
                <a:sym typeface="TT Norms Bold"/>
              </a:rPr>
              <a:t>Impacto social de Teyka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08379" y="738602"/>
            <a:ext cx="5202403" cy="9290005"/>
            <a:chOff x="0" y="0"/>
            <a:chExt cx="6936537" cy="12386674"/>
          </a:xfrm>
        </p:grpSpPr>
        <p:grpSp>
          <p:nvGrpSpPr>
            <p:cNvPr name="Group 3" id="3"/>
            <p:cNvGrpSpPr>
              <a:grpSpLocks noChangeAspect="true"/>
            </p:cNvGrpSpPr>
            <p:nvPr/>
          </p:nvGrpSpPr>
          <p:grpSpPr>
            <a:xfrm rot="0">
              <a:off x="1068721" y="817129"/>
              <a:ext cx="4751321" cy="9502642"/>
              <a:chOff x="0" y="0"/>
              <a:chExt cx="3175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175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3175000">
                    <a:moveTo>
                      <a:pt x="2667000" y="6350000"/>
                    </a:moveTo>
                    <a:lnTo>
                      <a:pt x="508000" y="6350000"/>
                    </a:lnTo>
                    <a:cubicBezTo>
                      <a:pt x="227330" y="6350000"/>
                      <a:pt x="0" y="6122670"/>
                      <a:pt x="0" y="5842000"/>
                    </a:cubicBezTo>
                    <a:lnTo>
                      <a:pt x="0" y="508000"/>
                    </a:lnTo>
                    <a:cubicBezTo>
                      <a:pt x="0" y="227330"/>
                      <a:pt x="227330" y="0"/>
                      <a:pt x="508000" y="0"/>
                    </a:cubicBezTo>
                    <a:lnTo>
                      <a:pt x="2667000" y="0"/>
                    </a:lnTo>
                    <a:cubicBezTo>
                      <a:pt x="2947670" y="0"/>
                      <a:pt x="3175000" y="227330"/>
                      <a:pt x="3175000" y="508000"/>
                    </a:cubicBezTo>
                    <a:lnTo>
                      <a:pt x="3175000" y="5842000"/>
                    </a:lnTo>
                    <a:cubicBezTo>
                      <a:pt x="3175000" y="6122670"/>
                      <a:pt x="2947670" y="6350000"/>
                      <a:pt x="2667000" y="635000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131293" t="0" r="-134839" b="0"/>
                </a:stretch>
              </a:blipFill>
            </p:spPr>
          </p:sp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175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3175000">
                    <a:moveTo>
                      <a:pt x="2667000" y="19050"/>
                    </a:moveTo>
                    <a:cubicBezTo>
                      <a:pt x="2936240" y="19050"/>
                      <a:pt x="3155950" y="238760"/>
                      <a:pt x="3155950" y="508000"/>
                    </a:cubicBezTo>
                    <a:lnTo>
                      <a:pt x="3155950" y="5842000"/>
                    </a:lnTo>
                    <a:cubicBezTo>
                      <a:pt x="3155950" y="6111240"/>
                      <a:pt x="2936240" y="6330950"/>
                      <a:pt x="2667000" y="6330950"/>
                    </a:cubicBezTo>
                    <a:lnTo>
                      <a:pt x="508000" y="6330950"/>
                    </a:lnTo>
                    <a:cubicBezTo>
                      <a:pt x="238760" y="6330950"/>
                      <a:pt x="19050" y="6111240"/>
                      <a:pt x="19050" y="5842000"/>
                    </a:cubicBezTo>
                    <a:lnTo>
                      <a:pt x="19050" y="508000"/>
                    </a:lnTo>
                    <a:cubicBezTo>
                      <a:pt x="19050" y="238760"/>
                      <a:pt x="238760" y="19050"/>
                      <a:pt x="508000" y="19050"/>
                    </a:cubicBezTo>
                    <a:lnTo>
                      <a:pt x="2667000" y="19050"/>
                    </a:lnTo>
                    <a:moveTo>
                      <a:pt x="2667000" y="0"/>
                    </a:moveTo>
                    <a:lnTo>
                      <a:pt x="508000" y="0"/>
                    </a:lnTo>
                    <a:cubicBezTo>
                      <a:pt x="227330" y="0"/>
                      <a:pt x="0" y="227330"/>
                      <a:pt x="0" y="508000"/>
                    </a:cubicBezTo>
                    <a:lnTo>
                      <a:pt x="0" y="5842000"/>
                    </a:lnTo>
                    <a:cubicBezTo>
                      <a:pt x="0" y="6122670"/>
                      <a:pt x="227330" y="6350000"/>
                      <a:pt x="508000" y="6350000"/>
                    </a:cubicBezTo>
                    <a:lnTo>
                      <a:pt x="2667000" y="6350000"/>
                    </a:lnTo>
                    <a:cubicBezTo>
                      <a:pt x="2947670" y="6350000"/>
                      <a:pt x="3175000" y="6122670"/>
                      <a:pt x="3175000" y="5842000"/>
                    </a:cubicBezTo>
                    <a:lnTo>
                      <a:pt x="3175000" y="508000"/>
                    </a:lnTo>
                    <a:cubicBezTo>
                      <a:pt x="3175000" y="227330"/>
                      <a:pt x="2947670" y="0"/>
                      <a:pt x="2667000" y="0"/>
                    </a:cubicBezTo>
                    <a:lnTo>
                      <a:pt x="2667000" y="0"/>
                    </a:lnTo>
                    <a:close/>
                  </a:path>
                </a:pathLst>
              </a:custGeom>
              <a:solidFill>
                <a:srgbClr val="020202"/>
              </a:solidFill>
            </p:spPr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36537" cy="12386674"/>
            </a:xfrm>
            <a:custGeom>
              <a:avLst/>
              <a:gdLst/>
              <a:ahLst/>
              <a:cxnLst/>
              <a:rect r="r" b="b" t="t" l="l"/>
              <a:pathLst>
                <a:path h="12386674" w="6936537">
                  <a:moveTo>
                    <a:pt x="0" y="0"/>
                  </a:moveTo>
                  <a:lnTo>
                    <a:pt x="6936537" y="0"/>
                  </a:lnTo>
                  <a:lnTo>
                    <a:pt x="6936537" y="12386674"/>
                  </a:lnTo>
                  <a:lnTo>
                    <a:pt x="0" y="12386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886454" y="9557079"/>
              <a:ext cx="1544515" cy="393223"/>
            </a:xfrm>
            <a:custGeom>
              <a:avLst/>
              <a:gdLst/>
              <a:ahLst/>
              <a:cxnLst/>
              <a:rect r="r" b="b" t="t" l="l"/>
              <a:pathLst>
                <a:path h="393223" w="1544515">
                  <a:moveTo>
                    <a:pt x="0" y="0"/>
                  </a:moveTo>
                  <a:lnTo>
                    <a:pt x="1544515" y="0"/>
                  </a:lnTo>
                  <a:lnTo>
                    <a:pt x="1544515" y="393223"/>
                  </a:lnTo>
                  <a:lnTo>
                    <a:pt x="0" y="39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172615" y="1972140"/>
            <a:ext cx="1528577" cy="1601415"/>
          </a:xfrm>
          <a:custGeom>
            <a:avLst/>
            <a:gdLst/>
            <a:ahLst/>
            <a:cxnLst/>
            <a:rect r="r" b="b" t="t" l="l"/>
            <a:pathLst>
              <a:path h="1601415" w="1528577">
                <a:moveTo>
                  <a:pt x="0" y="0"/>
                </a:moveTo>
                <a:lnTo>
                  <a:pt x="1528578" y="0"/>
                </a:lnTo>
                <a:lnTo>
                  <a:pt x="1528578" y="1601414"/>
                </a:lnTo>
                <a:lnTo>
                  <a:pt x="0" y="1601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480" t="-15508" r="-24050" b="-45116"/>
            </a:stretch>
          </a:blipFill>
        </p:spPr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50402" y="2703195"/>
            <a:ext cx="3255195" cy="493776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 rot="0">
            <a:off x="3520630" y="6094090"/>
            <a:ext cx="157370" cy="167018"/>
            <a:chOff x="0" y="0"/>
            <a:chExt cx="41447" cy="439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447" cy="43988"/>
            </a:xfrm>
            <a:custGeom>
              <a:avLst/>
              <a:gdLst/>
              <a:ahLst/>
              <a:cxnLst/>
              <a:rect r="r" b="b" t="t" l="l"/>
              <a:pathLst>
                <a:path h="43988" w="41447">
                  <a:moveTo>
                    <a:pt x="0" y="0"/>
                  </a:moveTo>
                  <a:lnTo>
                    <a:pt x="41447" y="0"/>
                  </a:lnTo>
                  <a:lnTo>
                    <a:pt x="41447" y="43988"/>
                  </a:lnTo>
                  <a:lnTo>
                    <a:pt x="0" y="439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1447" cy="82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260074" y="6261108"/>
            <a:ext cx="723254" cy="74491"/>
            <a:chOff x="0" y="0"/>
            <a:chExt cx="190487" cy="196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0487" cy="19619"/>
            </a:xfrm>
            <a:custGeom>
              <a:avLst/>
              <a:gdLst/>
              <a:ahLst/>
              <a:cxnLst/>
              <a:rect r="r" b="b" t="t" l="l"/>
              <a:pathLst>
                <a:path h="19619" w="190487">
                  <a:moveTo>
                    <a:pt x="0" y="0"/>
                  </a:moveTo>
                  <a:lnTo>
                    <a:pt x="190487" y="0"/>
                  </a:lnTo>
                  <a:lnTo>
                    <a:pt x="190487" y="19619"/>
                  </a:lnTo>
                  <a:lnTo>
                    <a:pt x="0" y="196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0487" cy="57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543017" y="6178508"/>
            <a:ext cx="157370" cy="121920"/>
          </a:xfrm>
          <a:custGeom>
            <a:avLst/>
            <a:gdLst/>
            <a:ahLst/>
            <a:cxnLst/>
            <a:rect r="r" b="b" t="t" l="l"/>
            <a:pathLst>
              <a:path h="121920" w="157370">
                <a:moveTo>
                  <a:pt x="0" y="0"/>
                </a:moveTo>
                <a:lnTo>
                  <a:pt x="157369" y="0"/>
                </a:lnTo>
                <a:lnTo>
                  <a:pt x="157369" y="121920"/>
                </a:ln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51578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1261170">
            <a:off x="4244088" y="6248412"/>
            <a:ext cx="64769" cy="74491"/>
            <a:chOff x="0" y="0"/>
            <a:chExt cx="17058" cy="196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058" cy="19619"/>
            </a:xfrm>
            <a:custGeom>
              <a:avLst/>
              <a:gdLst/>
              <a:ahLst/>
              <a:cxnLst/>
              <a:rect r="r" b="b" t="t" l="l"/>
              <a:pathLst>
                <a:path h="19619" w="17058">
                  <a:moveTo>
                    <a:pt x="8529" y="0"/>
                  </a:moveTo>
                  <a:lnTo>
                    <a:pt x="8529" y="0"/>
                  </a:lnTo>
                  <a:cubicBezTo>
                    <a:pt x="10791" y="0"/>
                    <a:pt x="12961" y="899"/>
                    <a:pt x="14560" y="2498"/>
                  </a:cubicBezTo>
                  <a:cubicBezTo>
                    <a:pt x="16160" y="4098"/>
                    <a:pt x="17058" y="6267"/>
                    <a:pt x="17058" y="8529"/>
                  </a:cubicBezTo>
                  <a:lnTo>
                    <a:pt x="17058" y="11090"/>
                  </a:lnTo>
                  <a:cubicBezTo>
                    <a:pt x="17058" y="13352"/>
                    <a:pt x="16160" y="15521"/>
                    <a:pt x="14560" y="17121"/>
                  </a:cubicBezTo>
                  <a:cubicBezTo>
                    <a:pt x="12961" y="18720"/>
                    <a:pt x="10791" y="19619"/>
                    <a:pt x="8529" y="19619"/>
                  </a:cubicBezTo>
                  <a:lnTo>
                    <a:pt x="8529" y="19619"/>
                  </a:lnTo>
                  <a:cubicBezTo>
                    <a:pt x="6267" y="19619"/>
                    <a:pt x="4098" y="18720"/>
                    <a:pt x="2498" y="17121"/>
                  </a:cubicBezTo>
                  <a:cubicBezTo>
                    <a:pt x="899" y="15521"/>
                    <a:pt x="0" y="13352"/>
                    <a:pt x="0" y="11090"/>
                  </a:cubicBezTo>
                  <a:lnTo>
                    <a:pt x="0" y="8529"/>
                  </a:lnTo>
                  <a:cubicBezTo>
                    <a:pt x="0" y="6267"/>
                    <a:pt x="899" y="4098"/>
                    <a:pt x="2498" y="2498"/>
                  </a:cubicBezTo>
                  <a:cubicBezTo>
                    <a:pt x="4098" y="899"/>
                    <a:pt x="6267" y="0"/>
                    <a:pt x="852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7058" cy="57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723214">
            <a:off x="2907120" y="6250288"/>
            <a:ext cx="111494" cy="74491"/>
            <a:chOff x="0" y="0"/>
            <a:chExt cx="29365" cy="196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365" cy="19619"/>
            </a:xfrm>
            <a:custGeom>
              <a:avLst/>
              <a:gdLst/>
              <a:ahLst/>
              <a:cxnLst/>
              <a:rect r="r" b="b" t="t" l="l"/>
              <a:pathLst>
                <a:path h="19619" w="29365">
                  <a:moveTo>
                    <a:pt x="9809" y="0"/>
                  </a:moveTo>
                  <a:lnTo>
                    <a:pt x="19555" y="0"/>
                  </a:lnTo>
                  <a:cubicBezTo>
                    <a:pt x="22157" y="0"/>
                    <a:pt x="24652" y="1033"/>
                    <a:pt x="26492" y="2873"/>
                  </a:cubicBezTo>
                  <a:cubicBezTo>
                    <a:pt x="28331" y="4713"/>
                    <a:pt x="29365" y="7208"/>
                    <a:pt x="29365" y="9809"/>
                  </a:cubicBezTo>
                  <a:lnTo>
                    <a:pt x="29365" y="9809"/>
                  </a:lnTo>
                  <a:cubicBezTo>
                    <a:pt x="29365" y="15227"/>
                    <a:pt x="24973" y="19619"/>
                    <a:pt x="19555" y="19619"/>
                  </a:cubicBezTo>
                  <a:lnTo>
                    <a:pt x="9809" y="19619"/>
                  </a:lnTo>
                  <a:cubicBezTo>
                    <a:pt x="4392" y="19619"/>
                    <a:pt x="0" y="15227"/>
                    <a:pt x="0" y="9809"/>
                  </a:cubicBezTo>
                  <a:lnTo>
                    <a:pt x="0" y="9809"/>
                  </a:lnTo>
                  <a:cubicBezTo>
                    <a:pt x="0" y="4392"/>
                    <a:pt x="4392" y="0"/>
                    <a:pt x="98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9365" cy="57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820457" y="5284408"/>
            <a:ext cx="3973892" cy="3973892"/>
          </a:xfrm>
          <a:custGeom>
            <a:avLst/>
            <a:gdLst/>
            <a:ahLst/>
            <a:cxnLst/>
            <a:rect r="r" b="b" t="t" l="l"/>
            <a:pathLst>
              <a:path h="3973892" w="3973892">
                <a:moveTo>
                  <a:pt x="0" y="0"/>
                </a:moveTo>
                <a:lnTo>
                  <a:pt x="3973892" y="0"/>
                </a:lnTo>
                <a:lnTo>
                  <a:pt x="3973892" y="3973892"/>
                </a:lnTo>
                <a:lnTo>
                  <a:pt x="0" y="39738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1854405" y="2045883"/>
            <a:ext cx="4140436" cy="1696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90"/>
              </a:lnSpc>
            </a:pPr>
            <a:r>
              <a:rPr lang="en-US" sz="12790" spc="-639" b="true">
                <a:solidFill>
                  <a:srgbClr val="555555"/>
                </a:solidFill>
                <a:latin typeface="TT Norms Bold"/>
                <a:ea typeface="TT Norms Bold"/>
                <a:cs typeface="TT Norms Bold"/>
                <a:sym typeface="TT Norms Bold"/>
              </a:rPr>
              <a:t>Teyka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10782" y="3968587"/>
            <a:ext cx="7583623" cy="86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7"/>
              </a:lnSpc>
            </a:pPr>
            <a:r>
              <a:rPr lang="en-US" b="true" sz="5105" spc="735">
                <a:solidFill>
                  <a:srgbClr val="8F8F8F"/>
                </a:solidFill>
                <a:latin typeface="TT Norms Bold"/>
                <a:ea typeface="TT Norms Bold"/>
                <a:cs typeface="TT Norms Bold"/>
                <a:sym typeface="TT Norms Bold"/>
              </a:rPr>
              <a:t>“TAKE A BREAK”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5465" y="42277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81100"/>
            <a:ext cx="6768796" cy="304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05"/>
              </a:lnSpc>
              <a:spcBef>
                <a:spcPct val="0"/>
              </a:spcBef>
            </a:pPr>
            <a:r>
              <a:rPr lang="en-US" b="true" sz="7905" spc="-395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desbloqueamos el móvil </a:t>
            </a:r>
            <a:r>
              <a:rPr lang="en-US" b="true" sz="7905" spc="-395" strike="noStrike" u="none">
                <a:solidFill>
                  <a:srgbClr val="E15F51"/>
                </a:solidFill>
                <a:latin typeface="TT Norms Bold"/>
                <a:ea typeface="TT Norms Bold"/>
                <a:cs typeface="TT Norms Bold"/>
                <a:sym typeface="TT Norms Bold"/>
              </a:rPr>
              <a:t>150 veces al día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19603" y="42277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62369" y="42277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06507" y="42277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49272" y="42277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293411" y="42277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36176" y="42277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180315" y="42277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623080" y="42277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067219" y="42277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75465" y="49882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19603" y="49882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962369" y="49882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406507" y="49882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849272" y="49882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293411" y="49882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736176" y="49882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180315" y="49882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623080" y="49882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067219" y="49882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75465" y="5746769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19603" y="5746769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962369" y="5746769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406507" y="5746769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849272" y="5746769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293411" y="5746769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736176" y="5746769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180315" y="5746769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623080" y="5746769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067219" y="5746769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75465" y="650530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19603" y="650530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962369" y="650530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2406507" y="650530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2849272" y="650530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3293411" y="650530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3736176" y="650530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4180315" y="650530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4623080" y="650530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5067219" y="650530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75465" y="72633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519603" y="72633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962369" y="72633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2406507" y="72633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2849272" y="72633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3293411" y="72633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3736176" y="72633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4180315" y="72633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4623080" y="72633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5067219" y="72633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5542643" y="42277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5986781" y="42277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5542643" y="49882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5986781" y="49882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5542643" y="5746769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5986781" y="5746769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5542643" y="650530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5986781" y="650530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5542643" y="72633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5986781" y="726332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6459132" y="423546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6459132" y="499597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6459132" y="5754509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6459132" y="651304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6459132" y="7271063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6934556" y="423546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7378694" y="4235464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6934556" y="499597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7378694" y="499597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6934556" y="5754509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7378694" y="5754509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6934556" y="651304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7378694" y="651304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6934556" y="7271063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7378694" y="7271063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1075465" y="802785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1519603" y="802785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1962369" y="802785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2406507" y="802785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2849272" y="802785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3293411" y="802785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3736176" y="802785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4180315" y="802785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4623080" y="802785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5067219" y="802785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1075465" y="8785873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1519603" y="8785873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1962369" y="8785873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2406507" y="8785873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2" id="92"/>
          <p:cNvSpPr/>
          <p:nvPr/>
        </p:nvSpPr>
        <p:spPr>
          <a:xfrm flipH="false" flipV="false" rot="0">
            <a:off x="2849272" y="8785873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3" id="93"/>
          <p:cNvSpPr/>
          <p:nvPr/>
        </p:nvSpPr>
        <p:spPr>
          <a:xfrm flipH="false" flipV="false" rot="0">
            <a:off x="3293411" y="8785873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3736176" y="8785873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5" id="95"/>
          <p:cNvSpPr/>
          <p:nvPr/>
        </p:nvSpPr>
        <p:spPr>
          <a:xfrm flipH="false" flipV="false" rot="0">
            <a:off x="4180315" y="8785873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4623080" y="8785873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0">
            <a:off x="5067219" y="8785873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8" id="98"/>
          <p:cNvSpPr/>
          <p:nvPr/>
        </p:nvSpPr>
        <p:spPr>
          <a:xfrm flipH="false" flipV="false" rot="0">
            <a:off x="5542643" y="802785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9" id="99"/>
          <p:cNvSpPr/>
          <p:nvPr/>
        </p:nvSpPr>
        <p:spPr>
          <a:xfrm flipH="false" flipV="false" rot="0">
            <a:off x="5986781" y="802785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0" id="100"/>
          <p:cNvSpPr/>
          <p:nvPr/>
        </p:nvSpPr>
        <p:spPr>
          <a:xfrm flipH="false" flipV="false" rot="0">
            <a:off x="5542643" y="8785873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1" id="101"/>
          <p:cNvSpPr/>
          <p:nvPr/>
        </p:nvSpPr>
        <p:spPr>
          <a:xfrm flipH="false" flipV="false" rot="0">
            <a:off x="5986781" y="8785873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6459132" y="803559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3" id="103"/>
          <p:cNvSpPr/>
          <p:nvPr/>
        </p:nvSpPr>
        <p:spPr>
          <a:xfrm flipH="false" flipV="false" rot="0">
            <a:off x="6459132" y="8793613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4" id="104"/>
          <p:cNvSpPr/>
          <p:nvPr/>
        </p:nvSpPr>
        <p:spPr>
          <a:xfrm flipH="false" flipV="false" rot="0">
            <a:off x="6934556" y="803559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5" id="105"/>
          <p:cNvSpPr/>
          <p:nvPr/>
        </p:nvSpPr>
        <p:spPr>
          <a:xfrm flipH="false" flipV="false" rot="0">
            <a:off x="7378694" y="803559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6" id="106"/>
          <p:cNvSpPr/>
          <p:nvPr/>
        </p:nvSpPr>
        <p:spPr>
          <a:xfrm flipH="false" flipV="false" rot="0">
            <a:off x="6934556" y="8793613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7" id="107"/>
          <p:cNvSpPr/>
          <p:nvPr/>
        </p:nvSpPr>
        <p:spPr>
          <a:xfrm flipH="false" flipV="false" rot="0">
            <a:off x="7378694" y="8793613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8" id="108"/>
          <p:cNvSpPr/>
          <p:nvPr/>
        </p:nvSpPr>
        <p:spPr>
          <a:xfrm flipH="false" flipV="false" rot="0">
            <a:off x="1028700" y="95599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9" id="109"/>
          <p:cNvSpPr/>
          <p:nvPr/>
        </p:nvSpPr>
        <p:spPr>
          <a:xfrm flipH="false" flipV="false" rot="0">
            <a:off x="1472839" y="95599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0" id="110"/>
          <p:cNvSpPr/>
          <p:nvPr/>
        </p:nvSpPr>
        <p:spPr>
          <a:xfrm flipH="false" flipV="false" rot="0">
            <a:off x="1915604" y="95599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1" id="111"/>
          <p:cNvSpPr/>
          <p:nvPr/>
        </p:nvSpPr>
        <p:spPr>
          <a:xfrm flipH="false" flipV="false" rot="0">
            <a:off x="2359742" y="95599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2" id="112"/>
          <p:cNvSpPr/>
          <p:nvPr/>
        </p:nvSpPr>
        <p:spPr>
          <a:xfrm flipH="false" flipV="false" rot="0">
            <a:off x="2802508" y="95599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3" id="113"/>
          <p:cNvSpPr/>
          <p:nvPr/>
        </p:nvSpPr>
        <p:spPr>
          <a:xfrm flipH="false" flipV="false" rot="0">
            <a:off x="3246646" y="95599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4" id="114"/>
          <p:cNvSpPr/>
          <p:nvPr/>
        </p:nvSpPr>
        <p:spPr>
          <a:xfrm flipH="false" flipV="false" rot="0">
            <a:off x="3689412" y="95599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5" id="115"/>
          <p:cNvSpPr/>
          <p:nvPr/>
        </p:nvSpPr>
        <p:spPr>
          <a:xfrm flipH="false" flipV="false" rot="0">
            <a:off x="4133550" y="95599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6" id="116"/>
          <p:cNvSpPr/>
          <p:nvPr/>
        </p:nvSpPr>
        <p:spPr>
          <a:xfrm flipH="false" flipV="false" rot="0">
            <a:off x="4576316" y="95599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7" id="117"/>
          <p:cNvSpPr/>
          <p:nvPr/>
        </p:nvSpPr>
        <p:spPr>
          <a:xfrm flipH="false" flipV="false" rot="0">
            <a:off x="5020454" y="95599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8" id="118"/>
          <p:cNvSpPr/>
          <p:nvPr/>
        </p:nvSpPr>
        <p:spPr>
          <a:xfrm flipH="false" flipV="false" rot="0">
            <a:off x="5495878" y="95599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9" id="119"/>
          <p:cNvSpPr/>
          <p:nvPr/>
        </p:nvSpPr>
        <p:spPr>
          <a:xfrm flipH="false" flipV="false" rot="0">
            <a:off x="5940017" y="955993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0" id="120"/>
          <p:cNvSpPr/>
          <p:nvPr/>
        </p:nvSpPr>
        <p:spPr>
          <a:xfrm flipH="false" flipV="false" rot="0">
            <a:off x="6412367" y="956767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1" id="121"/>
          <p:cNvSpPr/>
          <p:nvPr/>
        </p:nvSpPr>
        <p:spPr>
          <a:xfrm flipH="false" flipV="false" rot="0">
            <a:off x="6887791" y="956767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2" id="122"/>
          <p:cNvSpPr/>
          <p:nvPr/>
        </p:nvSpPr>
        <p:spPr>
          <a:xfrm flipH="false" flipV="false" rot="0">
            <a:off x="7331930" y="9567672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3" id="123"/>
          <p:cNvSpPr/>
          <p:nvPr/>
        </p:nvSpPr>
        <p:spPr>
          <a:xfrm flipH="false" flipV="false" rot="0">
            <a:off x="11513765" y="2868419"/>
            <a:ext cx="1125131" cy="1525601"/>
          </a:xfrm>
          <a:custGeom>
            <a:avLst/>
            <a:gdLst/>
            <a:ahLst/>
            <a:cxnLst/>
            <a:rect r="r" b="b" t="t" l="l"/>
            <a:pathLst>
              <a:path h="1525601" w="1125131">
                <a:moveTo>
                  <a:pt x="0" y="0"/>
                </a:moveTo>
                <a:lnTo>
                  <a:pt x="1125131" y="0"/>
                </a:lnTo>
                <a:lnTo>
                  <a:pt x="1125131" y="1525601"/>
                </a:lnTo>
                <a:lnTo>
                  <a:pt x="0" y="1525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4" id="124"/>
          <p:cNvSpPr txBox="true"/>
          <p:nvPr/>
        </p:nvSpPr>
        <p:spPr>
          <a:xfrm rot="0">
            <a:off x="9843520" y="4732923"/>
            <a:ext cx="6642432" cy="4590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966"/>
              </a:lnSpc>
            </a:pPr>
            <a:r>
              <a:rPr lang="en-US" b="true" sz="8966" spc="-448">
                <a:solidFill>
                  <a:srgbClr val="64CD71"/>
                </a:solidFill>
                <a:latin typeface="TT Norms Bold"/>
                <a:ea typeface="TT Norms Bold"/>
                <a:cs typeface="TT Norms Bold"/>
                <a:sym typeface="TT Norms Bold"/>
              </a:rPr>
              <a:t>76% de los jóvenes </a:t>
            </a:r>
          </a:p>
          <a:p>
            <a:pPr algn="r" marL="0" indent="0" lvl="0">
              <a:lnSpc>
                <a:spcPts val="8966"/>
              </a:lnSpc>
              <a:spcBef>
                <a:spcPct val="0"/>
              </a:spcBef>
            </a:pPr>
            <a:r>
              <a:rPr lang="en-US" b="true" sz="8966" spc="-448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que quiere reducir su uso</a:t>
            </a:r>
          </a:p>
        </p:txBody>
      </p:sp>
      <p:sp>
        <p:nvSpPr>
          <p:cNvPr name="Freeform 125" id="125"/>
          <p:cNvSpPr/>
          <p:nvPr/>
        </p:nvSpPr>
        <p:spPr>
          <a:xfrm flipH="false" flipV="false" rot="0">
            <a:off x="12742392" y="2868419"/>
            <a:ext cx="1125131" cy="1525601"/>
          </a:xfrm>
          <a:custGeom>
            <a:avLst/>
            <a:gdLst/>
            <a:ahLst/>
            <a:cxnLst/>
            <a:rect r="r" b="b" t="t" l="l"/>
            <a:pathLst>
              <a:path h="1525601" w="1125131">
                <a:moveTo>
                  <a:pt x="0" y="0"/>
                </a:moveTo>
                <a:lnTo>
                  <a:pt x="1125131" y="0"/>
                </a:lnTo>
                <a:lnTo>
                  <a:pt x="1125131" y="1525601"/>
                </a:lnTo>
                <a:lnTo>
                  <a:pt x="0" y="1525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6" id="126"/>
          <p:cNvSpPr/>
          <p:nvPr/>
        </p:nvSpPr>
        <p:spPr>
          <a:xfrm flipH="false" flipV="false" rot="0">
            <a:off x="13969567" y="2868419"/>
            <a:ext cx="1125131" cy="1525601"/>
          </a:xfrm>
          <a:custGeom>
            <a:avLst/>
            <a:gdLst/>
            <a:ahLst/>
            <a:cxnLst/>
            <a:rect r="r" b="b" t="t" l="l"/>
            <a:pathLst>
              <a:path h="1525601" w="1125131">
                <a:moveTo>
                  <a:pt x="0" y="0"/>
                </a:moveTo>
                <a:lnTo>
                  <a:pt x="1125131" y="0"/>
                </a:lnTo>
                <a:lnTo>
                  <a:pt x="1125131" y="1525601"/>
                </a:lnTo>
                <a:lnTo>
                  <a:pt x="0" y="1525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7" id="127"/>
          <p:cNvSpPr/>
          <p:nvPr/>
        </p:nvSpPr>
        <p:spPr>
          <a:xfrm flipH="false" flipV="false" rot="0">
            <a:off x="15193632" y="2868419"/>
            <a:ext cx="1125131" cy="1525601"/>
          </a:xfrm>
          <a:custGeom>
            <a:avLst/>
            <a:gdLst/>
            <a:ahLst/>
            <a:cxnLst/>
            <a:rect r="r" b="b" t="t" l="l"/>
            <a:pathLst>
              <a:path h="1525601" w="1125131">
                <a:moveTo>
                  <a:pt x="0" y="0"/>
                </a:moveTo>
                <a:lnTo>
                  <a:pt x="1125131" y="0"/>
                </a:lnTo>
                <a:lnTo>
                  <a:pt x="1125131" y="1525601"/>
                </a:lnTo>
                <a:lnTo>
                  <a:pt x="0" y="1525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8" id="128"/>
          <p:cNvSpPr/>
          <p:nvPr/>
        </p:nvSpPr>
        <p:spPr>
          <a:xfrm flipH="false" flipV="false" rot="0">
            <a:off x="9815148" y="0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9" id="129"/>
          <p:cNvSpPr/>
          <p:nvPr/>
        </p:nvSpPr>
        <p:spPr>
          <a:xfrm flipH="false" flipV="false" rot="0">
            <a:off x="10259286" y="0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0" id="130"/>
          <p:cNvSpPr/>
          <p:nvPr/>
        </p:nvSpPr>
        <p:spPr>
          <a:xfrm flipH="false" flipV="false" rot="0">
            <a:off x="10702051" y="0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1" id="131"/>
          <p:cNvSpPr/>
          <p:nvPr/>
        </p:nvSpPr>
        <p:spPr>
          <a:xfrm flipH="false" flipV="false" rot="0">
            <a:off x="11146190" y="0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2" id="132"/>
          <p:cNvSpPr/>
          <p:nvPr/>
        </p:nvSpPr>
        <p:spPr>
          <a:xfrm flipH="false" flipV="false" rot="0">
            <a:off x="11588955" y="0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3" id="133"/>
          <p:cNvSpPr/>
          <p:nvPr/>
        </p:nvSpPr>
        <p:spPr>
          <a:xfrm flipH="false" flipV="false" rot="0">
            <a:off x="12033094" y="0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4" id="134"/>
          <p:cNvSpPr/>
          <p:nvPr/>
        </p:nvSpPr>
        <p:spPr>
          <a:xfrm flipH="false" flipV="false" rot="0">
            <a:off x="12475859" y="0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5" id="135"/>
          <p:cNvSpPr/>
          <p:nvPr/>
        </p:nvSpPr>
        <p:spPr>
          <a:xfrm flipH="false" flipV="false" rot="0">
            <a:off x="12919998" y="0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6" id="136"/>
          <p:cNvSpPr/>
          <p:nvPr/>
        </p:nvSpPr>
        <p:spPr>
          <a:xfrm flipH="false" flipV="false" rot="0">
            <a:off x="13362763" y="0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7" id="137"/>
          <p:cNvSpPr/>
          <p:nvPr/>
        </p:nvSpPr>
        <p:spPr>
          <a:xfrm flipH="false" flipV="false" rot="0">
            <a:off x="13806902" y="0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8" id="138"/>
          <p:cNvSpPr/>
          <p:nvPr/>
        </p:nvSpPr>
        <p:spPr>
          <a:xfrm flipH="false" flipV="false" rot="0">
            <a:off x="14282326" y="0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9" id="139"/>
          <p:cNvSpPr/>
          <p:nvPr/>
        </p:nvSpPr>
        <p:spPr>
          <a:xfrm flipH="false" flipV="false" rot="0">
            <a:off x="14726464" y="0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0" id="140"/>
          <p:cNvSpPr/>
          <p:nvPr/>
        </p:nvSpPr>
        <p:spPr>
          <a:xfrm flipH="false" flipV="false" rot="0">
            <a:off x="15198815" y="7740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1" id="141"/>
          <p:cNvSpPr/>
          <p:nvPr/>
        </p:nvSpPr>
        <p:spPr>
          <a:xfrm flipH="false" flipV="false" rot="0">
            <a:off x="15674239" y="7740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2" id="142"/>
          <p:cNvSpPr/>
          <p:nvPr/>
        </p:nvSpPr>
        <p:spPr>
          <a:xfrm flipH="false" flipV="false" rot="0">
            <a:off x="16118377" y="7740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3" id="143"/>
          <p:cNvSpPr/>
          <p:nvPr/>
        </p:nvSpPr>
        <p:spPr>
          <a:xfrm flipH="false" flipV="false" rot="0">
            <a:off x="9768383" y="774058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4" id="144"/>
          <p:cNvSpPr/>
          <p:nvPr/>
        </p:nvSpPr>
        <p:spPr>
          <a:xfrm flipH="false" flipV="false" rot="0">
            <a:off x="10212521" y="774058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5" id="145"/>
          <p:cNvSpPr/>
          <p:nvPr/>
        </p:nvSpPr>
        <p:spPr>
          <a:xfrm flipH="false" flipV="false" rot="0">
            <a:off x="10655287" y="774058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6" id="146"/>
          <p:cNvSpPr/>
          <p:nvPr/>
        </p:nvSpPr>
        <p:spPr>
          <a:xfrm flipH="false" flipV="false" rot="0">
            <a:off x="11099425" y="774058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7" id="147"/>
          <p:cNvSpPr/>
          <p:nvPr/>
        </p:nvSpPr>
        <p:spPr>
          <a:xfrm flipH="false" flipV="false" rot="0">
            <a:off x="11542191" y="774058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8" id="148"/>
          <p:cNvSpPr/>
          <p:nvPr/>
        </p:nvSpPr>
        <p:spPr>
          <a:xfrm flipH="false" flipV="false" rot="0">
            <a:off x="11986329" y="774058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9" id="149"/>
          <p:cNvSpPr/>
          <p:nvPr/>
        </p:nvSpPr>
        <p:spPr>
          <a:xfrm flipH="false" flipV="false" rot="0">
            <a:off x="12429094" y="774058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0" id="150"/>
          <p:cNvSpPr/>
          <p:nvPr/>
        </p:nvSpPr>
        <p:spPr>
          <a:xfrm flipH="false" flipV="false" rot="0">
            <a:off x="12873233" y="774058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1" id="151"/>
          <p:cNvSpPr/>
          <p:nvPr/>
        </p:nvSpPr>
        <p:spPr>
          <a:xfrm flipH="false" flipV="false" rot="0">
            <a:off x="13315998" y="774058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2" id="152"/>
          <p:cNvSpPr/>
          <p:nvPr/>
        </p:nvSpPr>
        <p:spPr>
          <a:xfrm flipH="false" flipV="false" rot="0">
            <a:off x="13760137" y="774058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3" id="153"/>
          <p:cNvSpPr/>
          <p:nvPr/>
        </p:nvSpPr>
        <p:spPr>
          <a:xfrm flipH="false" flipV="false" rot="0">
            <a:off x="14235561" y="774058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4" id="154"/>
          <p:cNvSpPr/>
          <p:nvPr/>
        </p:nvSpPr>
        <p:spPr>
          <a:xfrm flipH="false" flipV="false" rot="0">
            <a:off x="14679700" y="774058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5" id="155"/>
          <p:cNvSpPr/>
          <p:nvPr/>
        </p:nvSpPr>
        <p:spPr>
          <a:xfrm flipH="false" flipV="false" rot="0">
            <a:off x="15152050" y="781798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6" id="156"/>
          <p:cNvSpPr/>
          <p:nvPr/>
        </p:nvSpPr>
        <p:spPr>
          <a:xfrm flipH="false" flipV="false" rot="0">
            <a:off x="15627474" y="781798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7" id="157"/>
          <p:cNvSpPr/>
          <p:nvPr/>
        </p:nvSpPr>
        <p:spPr>
          <a:xfrm flipH="false" flipV="false" rot="0">
            <a:off x="16071613" y="781798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8" id="158"/>
          <p:cNvSpPr/>
          <p:nvPr/>
        </p:nvSpPr>
        <p:spPr>
          <a:xfrm>
            <a:off x="8084586" y="4227724"/>
            <a:ext cx="0" cy="6702660"/>
          </a:xfrm>
          <a:prstGeom prst="line">
            <a:avLst/>
          </a:prstGeom>
          <a:ln cap="flat" w="66675">
            <a:solidFill>
              <a:srgbClr val="E15F5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9" id="159"/>
          <p:cNvSpPr/>
          <p:nvPr/>
        </p:nvSpPr>
        <p:spPr>
          <a:xfrm flipH="true">
            <a:off x="9144000" y="-5268843"/>
            <a:ext cx="129083" cy="7476718"/>
          </a:xfrm>
          <a:prstGeom prst="line">
            <a:avLst/>
          </a:prstGeom>
          <a:ln cap="flat" w="66675">
            <a:solidFill>
              <a:srgbClr val="E15F5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60" id="160"/>
          <p:cNvSpPr/>
          <p:nvPr/>
        </p:nvSpPr>
        <p:spPr>
          <a:xfrm flipH="false" flipV="false" rot="0">
            <a:off x="9768383" y="154811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1" id="161"/>
          <p:cNvSpPr/>
          <p:nvPr/>
        </p:nvSpPr>
        <p:spPr>
          <a:xfrm flipH="false" flipV="false" rot="0">
            <a:off x="10212521" y="154811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2" id="162"/>
          <p:cNvSpPr/>
          <p:nvPr/>
        </p:nvSpPr>
        <p:spPr>
          <a:xfrm flipH="false" flipV="false" rot="0">
            <a:off x="10655287" y="154811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3" id="163"/>
          <p:cNvSpPr/>
          <p:nvPr/>
        </p:nvSpPr>
        <p:spPr>
          <a:xfrm flipH="false" flipV="false" rot="0">
            <a:off x="11099425" y="154811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4" id="164"/>
          <p:cNvSpPr/>
          <p:nvPr/>
        </p:nvSpPr>
        <p:spPr>
          <a:xfrm flipH="false" flipV="false" rot="0">
            <a:off x="11542191" y="154811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5" id="165"/>
          <p:cNvSpPr/>
          <p:nvPr/>
        </p:nvSpPr>
        <p:spPr>
          <a:xfrm flipH="false" flipV="false" rot="0">
            <a:off x="11986329" y="154811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6" id="166"/>
          <p:cNvSpPr/>
          <p:nvPr/>
        </p:nvSpPr>
        <p:spPr>
          <a:xfrm flipH="false" flipV="false" rot="0">
            <a:off x="12429094" y="154811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7" id="167"/>
          <p:cNvSpPr/>
          <p:nvPr/>
        </p:nvSpPr>
        <p:spPr>
          <a:xfrm flipH="false" flipV="false" rot="0">
            <a:off x="12873233" y="154811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8" id="168"/>
          <p:cNvSpPr/>
          <p:nvPr/>
        </p:nvSpPr>
        <p:spPr>
          <a:xfrm flipH="false" flipV="false" rot="0">
            <a:off x="13315998" y="154811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6" y="0"/>
                </a:lnTo>
                <a:lnTo>
                  <a:pt x="367576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9" id="169"/>
          <p:cNvSpPr/>
          <p:nvPr/>
        </p:nvSpPr>
        <p:spPr>
          <a:xfrm flipH="false" flipV="false" rot="0">
            <a:off x="13760137" y="154811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0" id="170"/>
          <p:cNvSpPr/>
          <p:nvPr/>
        </p:nvSpPr>
        <p:spPr>
          <a:xfrm flipH="false" flipV="false" rot="0">
            <a:off x="14235561" y="154811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1" id="171"/>
          <p:cNvSpPr/>
          <p:nvPr/>
        </p:nvSpPr>
        <p:spPr>
          <a:xfrm flipH="false" flipV="false" rot="0">
            <a:off x="14679700" y="1548117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8"/>
                </a:lnTo>
                <a:lnTo>
                  <a:pt x="0" y="65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2" id="172"/>
          <p:cNvSpPr/>
          <p:nvPr/>
        </p:nvSpPr>
        <p:spPr>
          <a:xfrm flipH="false" flipV="false" rot="0">
            <a:off x="15152050" y="1555856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3" id="173"/>
          <p:cNvSpPr/>
          <p:nvPr/>
        </p:nvSpPr>
        <p:spPr>
          <a:xfrm flipH="false" flipV="false" rot="0">
            <a:off x="15627474" y="1555856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4" id="174"/>
          <p:cNvSpPr/>
          <p:nvPr/>
        </p:nvSpPr>
        <p:spPr>
          <a:xfrm flipH="false" flipV="false" rot="0">
            <a:off x="16071613" y="1555856"/>
            <a:ext cx="367575" cy="652018"/>
          </a:xfrm>
          <a:custGeom>
            <a:avLst/>
            <a:gdLst/>
            <a:ahLst/>
            <a:cxnLst/>
            <a:rect r="r" b="b" t="t" l="l"/>
            <a:pathLst>
              <a:path h="652018" w="367575">
                <a:moveTo>
                  <a:pt x="0" y="0"/>
                </a:moveTo>
                <a:lnTo>
                  <a:pt x="367575" y="0"/>
                </a:lnTo>
                <a:lnTo>
                  <a:pt x="367575" y="652019"/>
                </a:lnTo>
                <a:lnTo>
                  <a:pt x="0" y="652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028700"/>
            <a:ext cx="10670521" cy="10175208"/>
          </a:xfrm>
          <a:custGeom>
            <a:avLst/>
            <a:gdLst/>
            <a:ahLst/>
            <a:cxnLst/>
            <a:rect r="r" b="b" t="t" l="l"/>
            <a:pathLst>
              <a:path h="10175208" w="10670521">
                <a:moveTo>
                  <a:pt x="0" y="0"/>
                </a:moveTo>
                <a:lnTo>
                  <a:pt x="10670521" y="0"/>
                </a:lnTo>
                <a:lnTo>
                  <a:pt x="10670521" y="10175208"/>
                </a:lnTo>
                <a:lnTo>
                  <a:pt x="0" y="101752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510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0200" y="8492881"/>
            <a:ext cx="10217853" cy="4066542"/>
            <a:chOff x="0" y="0"/>
            <a:chExt cx="204229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2293" cy="812800"/>
            </a:xfrm>
            <a:custGeom>
              <a:avLst/>
              <a:gdLst/>
              <a:ahLst/>
              <a:cxnLst/>
              <a:rect r="r" b="b" t="t" l="l"/>
              <a:pathLst>
                <a:path h="812800" w="2042293">
                  <a:moveTo>
                    <a:pt x="0" y="0"/>
                  </a:moveTo>
                  <a:lnTo>
                    <a:pt x="2042293" y="0"/>
                  </a:lnTo>
                  <a:lnTo>
                    <a:pt x="204229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4229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0670521" y="2543526"/>
            <a:ext cx="0" cy="5949355"/>
          </a:xfrm>
          <a:prstGeom prst="line">
            <a:avLst/>
          </a:prstGeom>
          <a:ln cap="flat" w="114300">
            <a:solidFill>
              <a:srgbClr val="64CD71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1289597" y="2714976"/>
            <a:ext cx="5969703" cy="572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6"/>
              </a:lnSpc>
            </a:pPr>
            <a:r>
              <a:rPr lang="en-US" sz="8966" spc="-448" b="true">
                <a:solidFill>
                  <a:srgbClr val="64CD71"/>
                </a:solidFill>
                <a:latin typeface="TT Norms Bold"/>
                <a:ea typeface="TT Norms Bold"/>
                <a:cs typeface="TT Norms Bold"/>
                <a:sym typeface="TT Norms Bold"/>
              </a:rPr>
              <a:t>400% </a:t>
            </a:r>
            <a:r>
              <a:rPr lang="en-US" sz="8966" spc="-448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en crecimientoen smartwatch,</a:t>
            </a:r>
          </a:p>
          <a:p>
            <a:pPr algn="l">
              <a:lnSpc>
                <a:spcPts val="8966"/>
              </a:lnSpc>
            </a:pPr>
            <a:r>
              <a:rPr lang="en-US" sz="8966" spc="-448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en 10 años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31954" y="8614164"/>
            <a:ext cx="735682" cy="477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4"/>
              </a:lnSpc>
              <a:spcBef>
                <a:spcPct val="0"/>
              </a:spcBef>
            </a:pPr>
            <a:r>
              <a:rPr lang="en-US" sz="2817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2019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00171" y="8824412"/>
            <a:ext cx="805019" cy="477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4"/>
              </a:lnSpc>
              <a:spcBef>
                <a:spcPct val="0"/>
              </a:spcBef>
            </a:pPr>
            <a:r>
              <a:rPr lang="en-US" sz="2817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2029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70746" y="167153"/>
            <a:ext cx="9162537" cy="217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2"/>
              </a:lnSpc>
              <a:spcBef>
                <a:spcPct val="0"/>
              </a:spcBef>
            </a:pPr>
            <a:r>
              <a:rPr lang="en-US" sz="4208">
                <a:solidFill>
                  <a:srgbClr val="E15F51"/>
                </a:solidFill>
                <a:latin typeface="TT Fors"/>
                <a:ea typeface="TT Fors"/>
                <a:cs typeface="TT Fors"/>
                <a:sym typeface="TT Fors"/>
              </a:rPr>
              <a:t>Yo creo que esta ya no me hace falta, o no al ir sola vamos, pero como veas que quede mejor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DAHGj9mo8vU</dc:identifier>
  <dcterms:modified xsi:type="dcterms:W3CDTF">2011-08-01T06:04:30Z</dcterms:modified>
  <cp:revision>1</cp:revision>
  <dc:title>Teyka</dc:title>
</cp:coreProperties>
</file>